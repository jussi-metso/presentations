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 /><Relationship Id="rId2" Type="http://schemas.openxmlformats.org/officeDocument/2006/relationships/officeDocument" Target="ppt/presentation.xml" /><Relationship Id="rId1" Type="http://schemas.microsoft.com/office/2011/relationships/webextensiontaskpanes" Target="ppt/webextensions/taskpanes.xml" /><Relationship Id="rId6" Type="http://schemas.openxmlformats.org/officeDocument/2006/relationships/custom-properties" Target="docProps/custom.xml" /><Relationship Id="rId5" Type="http://schemas.openxmlformats.org/officeDocument/2006/relationships/extended-properties" Target="docProps/app.xml" /><Relationship Id="rId4"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 id="2147483714" r:id="rId5"/>
    <p:sldMasterId id="2147483731" r:id="rId6"/>
  </p:sldMasterIdLst>
  <p:notesMasterIdLst>
    <p:notesMasterId r:id="rId32"/>
  </p:notesMasterIdLst>
  <p:sldIdLst>
    <p:sldId id="2141411966" r:id="rId7"/>
    <p:sldId id="2147470161" r:id="rId8"/>
    <p:sldId id="2147470176" r:id="rId9"/>
    <p:sldId id="2147470162" r:id="rId10"/>
    <p:sldId id="2147470177" r:id="rId11"/>
    <p:sldId id="2147470163" r:id="rId12"/>
    <p:sldId id="2147470164" r:id="rId13"/>
    <p:sldId id="2147470178" r:id="rId14"/>
    <p:sldId id="2147470171" r:id="rId15"/>
    <p:sldId id="2147470179" r:id="rId16"/>
    <p:sldId id="2147470181" r:id="rId17"/>
    <p:sldId id="2147470166" r:id="rId18"/>
    <p:sldId id="2147470180" r:id="rId19"/>
    <p:sldId id="2147470175" r:id="rId20"/>
    <p:sldId id="259" r:id="rId21"/>
    <p:sldId id="260" r:id="rId22"/>
    <p:sldId id="2147470168" r:id="rId23"/>
    <p:sldId id="2147470169" r:id="rId24"/>
    <p:sldId id="2147470170" r:id="rId25"/>
    <p:sldId id="2147470173" r:id="rId26"/>
    <p:sldId id="2147470172" r:id="rId27"/>
    <p:sldId id="2147470165" r:id="rId28"/>
    <p:sldId id="2147470167" r:id="rId29"/>
    <p:sldId id="2147470174" r:id="rId30"/>
    <p:sldId id="272" r:id="rId31"/>
  </p:sldIdLst>
  <p:sldSz cx="9144000" cy="5143500" type="screen16x9"/>
  <p:notesSz cx="6858000" cy="9144000"/>
  <p:defaultTextStyle>
    <a:defPPr>
      <a:defRPr lang="en-FI"/>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84" autoAdjust="0"/>
    <p:restoredTop sz="96240"/>
  </p:normalViewPr>
  <p:slideViewPr>
    <p:cSldViewPr snapToGrid="0" snapToObjects="1">
      <p:cViewPr varScale="1">
        <p:scale>
          <a:sx n="299" d="100"/>
          <a:sy n="299" d="100"/>
        </p:scale>
        <p:origin x="192" y="7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 /><Relationship Id="rId13" Type="http://schemas.openxmlformats.org/officeDocument/2006/relationships/slide" Target="slides/slide7.xml" /><Relationship Id="rId18" Type="http://schemas.openxmlformats.org/officeDocument/2006/relationships/slide" Target="slides/slide12.xml" /><Relationship Id="rId26" Type="http://schemas.openxmlformats.org/officeDocument/2006/relationships/slide" Target="slides/slide20.xml" /><Relationship Id="rId3" Type="http://schemas.openxmlformats.org/officeDocument/2006/relationships/customXml" Target="../customXml/item3.xml" /><Relationship Id="rId21" Type="http://schemas.openxmlformats.org/officeDocument/2006/relationships/slide" Target="slides/slide15.xml" /><Relationship Id="rId34" Type="http://schemas.openxmlformats.org/officeDocument/2006/relationships/viewProps" Target="viewProps.xml" /><Relationship Id="rId7" Type="http://schemas.openxmlformats.org/officeDocument/2006/relationships/slide" Target="slides/slide1.xml" /><Relationship Id="rId12" Type="http://schemas.openxmlformats.org/officeDocument/2006/relationships/slide" Target="slides/slide6.xml" /><Relationship Id="rId17" Type="http://schemas.openxmlformats.org/officeDocument/2006/relationships/slide" Target="slides/slide11.xml" /><Relationship Id="rId25" Type="http://schemas.openxmlformats.org/officeDocument/2006/relationships/slide" Target="slides/slide19.xml" /><Relationship Id="rId33"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slide" Target="slides/slide10.xml" /><Relationship Id="rId20" Type="http://schemas.openxmlformats.org/officeDocument/2006/relationships/slide" Target="slides/slide14.xml" /><Relationship Id="rId29" Type="http://schemas.openxmlformats.org/officeDocument/2006/relationships/slide" Target="slides/slide23.xml" /><Relationship Id="rId1" Type="http://schemas.openxmlformats.org/officeDocument/2006/relationships/customXml" Target="../customXml/item1.xml" /><Relationship Id="rId6" Type="http://schemas.openxmlformats.org/officeDocument/2006/relationships/slideMaster" Target="slideMasters/slideMaster3.xml" /><Relationship Id="rId11" Type="http://schemas.openxmlformats.org/officeDocument/2006/relationships/slide" Target="slides/slide5.xml" /><Relationship Id="rId24" Type="http://schemas.openxmlformats.org/officeDocument/2006/relationships/slide" Target="slides/slide18.xml" /><Relationship Id="rId32" Type="http://schemas.openxmlformats.org/officeDocument/2006/relationships/notesMaster" Target="notesMasters/notesMaster1.xml" /><Relationship Id="rId5" Type="http://schemas.openxmlformats.org/officeDocument/2006/relationships/slideMaster" Target="slideMasters/slideMaster2.xml" /><Relationship Id="rId15" Type="http://schemas.openxmlformats.org/officeDocument/2006/relationships/slide" Target="slides/slide9.xml" /><Relationship Id="rId23" Type="http://schemas.openxmlformats.org/officeDocument/2006/relationships/slide" Target="slides/slide17.xml" /><Relationship Id="rId28" Type="http://schemas.openxmlformats.org/officeDocument/2006/relationships/slide" Target="slides/slide22.xml" /><Relationship Id="rId36" Type="http://schemas.openxmlformats.org/officeDocument/2006/relationships/tableStyles" Target="tableStyles.xml" /><Relationship Id="rId10" Type="http://schemas.openxmlformats.org/officeDocument/2006/relationships/slide" Target="slides/slide4.xml" /><Relationship Id="rId19" Type="http://schemas.openxmlformats.org/officeDocument/2006/relationships/slide" Target="slides/slide13.xml" /><Relationship Id="rId31" Type="http://schemas.openxmlformats.org/officeDocument/2006/relationships/slide" Target="slides/slide25.xml" /><Relationship Id="rId4" Type="http://schemas.openxmlformats.org/officeDocument/2006/relationships/slideMaster" Target="slideMasters/slideMaster1.xml" /><Relationship Id="rId9" Type="http://schemas.openxmlformats.org/officeDocument/2006/relationships/slide" Target="slides/slide3.xml" /><Relationship Id="rId14" Type="http://schemas.openxmlformats.org/officeDocument/2006/relationships/slide" Target="slides/slide8.xml" /><Relationship Id="rId22" Type="http://schemas.openxmlformats.org/officeDocument/2006/relationships/slide" Target="slides/slide16.xml" /><Relationship Id="rId27" Type="http://schemas.openxmlformats.org/officeDocument/2006/relationships/slide" Target="slides/slide21.xml" /><Relationship Id="rId30" Type="http://schemas.openxmlformats.org/officeDocument/2006/relationships/slide" Target="slides/slide24.xml" /><Relationship Id="rId35" Type="http://schemas.openxmlformats.org/officeDocument/2006/relationships/theme" Target="theme/theme1.xml" /></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C19E9-16C9-427C-AAC6-F3B3C82D1D45}" type="doc">
      <dgm:prSet loTypeId="urn:microsoft.com/office/officeart/2016/7/layout/VerticalHollowActionList" loCatId="List" qsTypeId="urn:microsoft.com/office/officeart/2005/8/quickstyle/simple2" qsCatId="simple" csTypeId="urn:microsoft.com/office/officeart/2005/8/colors/accent3_2" csCatId="accent3" phldr="1"/>
      <dgm:spPr/>
      <dgm:t>
        <a:bodyPr/>
        <a:lstStyle/>
        <a:p>
          <a:endParaRPr lang="en-US"/>
        </a:p>
      </dgm:t>
    </dgm:pt>
    <dgm:pt modelId="{9A665F42-20E7-4254-A878-FA5ECA4D3E1E}">
      <dgm:prSet/>
      <dgm:spPr/>
      <dgm:t>
        <a:bodyPr/>
        <a:lstStyle/>
        <a:p>
          <a:r>
            <a:rPr lang="en-US" dirty="0"/>
            <a:t>Goal</a:t>
          </a:r>
        </a:p>
      </dgm:t>
    </dgm:pt>
    <dgm:pt modelId="{423472B4-F784-4AEB-8B48-64E70986D49C}" type="parTrans" cxnId="{95A69768-3312-4D3A-9939-E43860CA08AB}">
      <dgm:prSet/>
      <dgm:spPr/>
      <dgm:t>
        <a:bodyPr/>
        <a:lstStyle/>
        <a:p>
          <a:endParaRPr lang="en-US"/>
        </a:p>
      </dgm:t>
    </dgm:pt>
    <dgm:pt modelId="{FC11AACD-137A-4E2D-A52F-C4F728975875}" type="sibTrans" cxnId="{95A69768-3312-4D3A-9939-E43860CA08AB}">
      <dgm:prSet/>
      <dgm:spPr/>
      <dgm:t>
        <a:bodyPr/>
        <a:lstStyle/>
        <a:p>
          <a:endParaRPr lang="en-US"/>
        </a:p>
      </dgm:t>
    </dgm:pt>
    <dgm:pt modelId="{4C5D7F40-B986-40EA-9C38-CEF6B0BC67CD}">
      <dgm:prSet/>
      <dgm:spPr/>
      <dgm:t>
        <a:bodyPr/>
        <a:lstStyle/>
        <a:p>
          <a:r>
            <a:rPr lang="en-US" dirty="0"/>
            <a:t>Prevent sign-in from accounts that are not targeted with CA policies</a:t>
          </a:r>
        </a:p>
      </dgm:t>
    </dgm:pt>
    <dgm:pt modelId="{F79BCCD2-13E2-40AB-8CB9-1F52B204EA8F}" type="parTrans" cxnId="{8EFA0D2C-5B14-44BE-9D57-F4BBFD12D6C9}">
      <dgm:prSet/>
      <dgm:spPr/>
      <dgm:t>
        <a:bodyPr/>
        <a:lstStyle/>
        <a:p>
          <a:endParaRPr lang="en-US"/>
        </a:p>
      </dgm:t>
    </dgm:pt>
    <dgm:pt modelId="{3F4E203E-B760-49E3-9238-25851B7251FA}" type="sibTrans" cxnId="{8EFA0D2C-5B14-44BE-9D57-F4BBFD12D6C9}">
      <dgm:prSet/>
      <dgm:spPr/>
      <dgm:t>
        <a:bodyPr/>
        <a:lstStyle/>
        <a:p>
          <a:endParaRPr lang="en-US"/>
        </a:p>
      </dgm:t>
    </dgm:pt>
    <dgm:pt modelId="{E94C6F6B-57E9-4A9D-A7DB-1A1C58D66E30}">
      <dgm:prSet/>
      <dgm:spPr/>
      <dgm:t>
        <a:bodyPr/>
        <a:lstStyle/>
        <a:p>
          <a:r>
            <a:rPr lang="en-US" dirty="0"/>
            <a:t>Method</a:t>
          </a:r>
        </a:p>
      </dgm:t>
    </dgm:pt>
    <dgm:pt modelId="{50904A48-DE2C-4199-912A-D770A4C3CF1F}" type="parTrans" cxnId="{EB9A4A8A-8047-41F9-8E9D-5DA5B550656C}">
      <dgm:prSet/>
      <dgm:spPr/>
      <dgm:t>
        <a:bodyPr/>
        <a:lstStyle/>
        <a:p>
          <a:endParaRPr lang="en-US"/>
        </a:p>
      </dgm:t>
    </dgm:pt>
    <dgm:pt modelId="{6FA7E8D9-9CDB-4751-AB43-12FDDD9E7EAF}" type="sibTrans" cxnId="{EB9A4A8A-8047-41F9-8E9D-5DA5B550656C}">
      <dgm:prSet/>
      <dgm:spPr/>
      <dgm:t>
        <a:bodyPr/>
        <a:lstStyle/>
        <a:p>
          <a:endParaRPr lang="en-US"/>
        </a:p>
      </dgm:t>
    </dgm:pt>
    <dgm:pt modelId="{0B03C9BC-3766-4905-B3D3-BC28172C9C89}">
      <dgm:prSet/>
      <dgm:spPr/>
      <dgm:t>
        <a:bodyPr/>
        <a:lstStyle/>
        <a:p>
          <a:r>
            <a:rPr lang="en-US"/>
            <a:t>Create Block policy for all users and exclude all your CAP target groups / personas</a:t>
          </a:r>
        </a:p>
      </dgm:t>
    </dgm:pt>
    <dgm:pt modelId="{25FAB547-B182-4DAE-ACE8-3C238C9E2E00}" type="parTrans" cxnId="{3048569D-2A84-47DC-8494-FE2CBB709D3F}">
      <dgm:prSet/>
      <dgm:spPr/>
      <dgm:t>
        <a:bodyPr/>
        <a:lstStyle/>
        <a:p>
          <a:endParaRPr lang="en-US"/>
        </a:p>
      </dgm:t>
    </dgm:pt>
    <dgm:pt modelId="{56E21ACD-1B89-4F07-8B25-392711BC663F}" type="sibTrans" cxnId="{3048569D-2A84-47DC-8494-FE2CBB709D3F}">
      <dgm:prSet/>
      <dgm:spPr/>
      <dgm:t>
        <a:bodyPr/>
        <a:lstStyle/>
        <a:p>
          <a:endParaRPr lang="en-US"/>
        </a:p>
      </dgm:t>
    </dgm:pt>
    <dgm:pt modelId="{ADB196F0-69ED-4892-A219-0A37163EDB70}">
      <dgm:prSet/>
      <dgm:spPr/>
      <dgm:t>
        <a:bodyPr/>
        <a:lstStyle/>
        <a:p>
          <a:r>
            <a:rPr lang="en-US" dirty="0"/>
            <a:t>Result</a:t>
          </a:r>
        </a:p>
      </dgm:t>
    </dgm:pt>
    <dgm:pt modelId="{9632D4ED-4CD8-4068-9473-7A7D3A812AA3}" type="parTrans" cxnId="{EA241BE9-9765-4E06-B99F-79088729C73C}">
      <dgm:prSet/>
      <dgm:spPr/>
      <dgm:t>
        <a:bodyPr/>
        <a:lstStyle/>
        <a:p>
          <a:endParaRPr lang="en-US"/>
        </a:p>
      </dgm:t>
    </dgm:pt>
    <dgm:pt modelId="{DC0F5501-9A89-40C7-9516-71A394093AD2}" type="sibTrans" cxnId="{EA241BE9-9765-4E06-B99F-79088729C73C}">
      <dgm:prSet/>
      <dgm:spPr/>
      <dgm:t>
        <a:bodyPr/>
        <a:lstStyle/>
        <a:p>
          <a:endParaRPr lang="en-US"/>
        </a:p>
      </dgm:t>
    </dgm:pt>
    <dgm:pt modelId="{2C494CF9-E2A5-45E2-85FD-36F84FE9DD73}">
      <dgm:prSet/>
      <dgm:spPr/>
      <dgm:t>
        <a:bodyPr/>
        <a:lstStyle/>
        <a:p>
          <a:r>
            <a:rPr lang="en-US"/>
            <a:t>Rest assured that there are no holes in your CAP Framework</a:t>
          </a:r>
        </a:p>
      </dgm:t>
    </dgm:pt>
    <dgm:pt modelId="{E53F217B-23EE-4E5F-864E-2F2064F6769D}" type="parTrans" cxnId="{FA8C211D-5757-4830-8CF9-68DAA35BDF7E}">
      <dgm:prSet/>
      <dgm:spPr/>
      <dgm:t>
        <a:bodyPr/>
        <a:lstStyle/>
        <a:p>
          <a:endParaRPr lang="en-US"/>
        </a:p>
      </dgm:t>
    </dgm:pt>
    <dgm:pt modelId="{66486DEA-7ECB-4D51-A1CD-E457E3ED1875}" type="sibTrans" cxnId="{FA8C211D-5757-4830-8CF9-68DAA35BDF7E}">
      <dgm:prSet/>
      <dgm:spPr/>
      <dgm:t>
        <a:bodyPr/>
        <a:lstStyle/>
        <a:p>
          <a:endParaRPr lang="en-US"/>
        </a:p>
      </dgm:t>
    </dgm:pt>
    <dgm:pt modelId="{B094C504-DF54-43A4-80D9-FC0DFE85851C}" type="pres">
      <dgm:prSet presAssocID="{7D7C19E9-16C9-427C-AAC6-F3B3C82D1D45}" presName="Name0" presStyleCnt="0">
        <dgm:presLayoutVars>
          <dgm:dir/>
          <dgm:animLvl val="lvl"/>
          <dgm:resizeHandles val="exact"/>
        </dgm:presLayoutVars>
      </dgm:prSet>
      <dgm:spPr/>
    </dgm:pt>
    <dgm:pt modelId="{652FF087-E8CC-455F-A72F-9D207CBF29A7}" type="pres">
      <dgm:prSet presAssocID="{9A665F42-20E7-4254-A878-FA5ECA4D3E1E}" presName="linNode" presStyleCnt="0"/>
      <dgm:spPr/>
    </dgm:pt>
    <dgm:pt modelId="{521ADD35-74C4-4A77-B0CB-99D2D68C378E}" type="pres">
      <dgm:prSet presAssocID="{9A665F42-20E7-4254-A878-FA5ECA4D3E1E}" presName="parentText" presStyleLbl="solidFgAcc1" presStyleIdx="0" presStyleCnt="3">
        <dgm:presLayoutVars>
          <dgm:chMax val="1"/>
          <dgm:bulletEnabled/>
        </dgm:presLayoutVars>
      </dgm:prSet>
      <dgm:spPr/>
    </dgm:pt>
    <dgm:pt modelId="{73B7590B-B9BB-41C3-8FFA-387D3AA4C0AE}" type="pres">
      <dgm:prSet presAssocID="{9A665F42-20E7-4254-A878-FA5ECA4D3E1E}" presName="descendantText" presStyleLbl="alignNode1" presStyleIdx="0" presStyleCnt="3">
        <dgm:presLayoutVars>
          <dgm:bulletEnabled/>
        </dgm:presLayoutVars>
      </dgm:prSet>
      <dgm:spPr/>
    </dgm:pt>
    <dgm:pt modelId="{BB4BB71B-693B-43C5-8214-EF47F8243DB9}" type="pres">
      <dgm:prSet presAssocID="{FC11AACD-137A-4E2D-A52F-C4F728975875}" presName="sp" presStyleCnt="0"/>
      <dgm:spPr/>
    </dgm:pt>
    <dgm:pt modelId="{8D429D15-3A76-4C1A-B8EA-A80FAA278945}" type="pres">
      <dgm:prSet presAssocID="{E94C6F6B-57E9-4A9D-A7DB-1A1C58D66E30}" presName="linNode" presStyleCnt="0"/>
      <dgm:spPr/>
    </dgm:pt>
    <dgm:pt modelId="{AF790532-ECA0-4C8B-9F97-F20DCE3F4EEF}" type="pres">
      <dgm:prSet presAssocID="{E94C6F6B-57E9-4A9D-A7DB-1A1C58D66E30}" presName="parentText" presStyleLbl="solidFgAcc1" presStyleIdx="1" presStyleCnt="3">
        <dgm:presLayoutVars>
          <dgm:chMax val="1"/>
          <dgm:bulletEnabled/>
        </dgm:presLayoutVars>
      </dgm:prSet>
      <dgm:spPr/>
    </dgm:pt>
    <dgm:pt modelId="{CDE79B1A-B2ED-4FD2-9318-AFF7C4518E6C}" type="pres">
      <dgm:prSet presAssocID="{E94C6F6B-57E9-4A9D-A7DB-1A1C58D66E30}" presName="descendantText" presStyleLbl="alignNode1" presStyleIdx="1" presStyleCnt="3">
        <dgm:presLayoutVars>
          <dgm:bulletEnabled/>
        </dgm:presLayoutVars>
      </dgm:prSet>
      <dgm:spPr/>
    </dgm:pt>
    <dgm:pt modelId="{F16E5159-0F33-4CB4-A5B0-D31D64BD7C6A}" type="pres">
      <dgm:prSet presAssocID="{6FA7E8D9-9CDB-4751-AB43-12FDDD9E7EAF}" presName="sp" presStyleCnt="0"/>
      <dgm:spPr/>
    </dgm:pt>
    <dgm:pt modelId="{63904E8B-A42E-436B-AD86-40B6587647C6}" type="pres">
      <dgm:prSet presAssocID="{ADB196F0-69ED-4892-A219-0A37163EDB70}" presName="linNode" presStyleCnt="0"/>
      <dgm:spPr/>
    </dgm:pt>
    <dgm:pt modelId="{205D2735-87B5-43B5-8024-207EF67A401A}" type="pres">
      <dgm:prSet presAssocID="{ADB196F0-69ED-4892-A219-0A37163EDB70}" presName="parentText" presStyleLbl="solidFgAcc1" presStyleIdx="2" presStyleCnt="3">
        <dgm:presLayoutVars>
          <dgm:chMax val="1"/>
          <dgm:bulletEnabled/>
        </dgm:presLayoutVars>
      </dgm:prSet>
      <dgm:spPr/>
    </dgm:pt>
    <dgm:pt modelId="{D0030FD8-71FA-4B36-AD5B-3A2B3C6101D3}" type="pres">
      <dgm:prSet presAssocID="{ADB196F0-69ED-4892-A219-0A37163EDB70}" presName="descendantText" presStyleLbl="alignNode1" presStyleIdx="2" presStyleCnt="3">
        <dgm:presLayoutVars>
          <dgm:bulletEnabled/>
        </dgm:presLayoutVars>
      </dgm:prSet>
      <dgm:spPr/>
    </dgm:pt>
  </dgm:ptLst>
  <dgm:cxnLst>
    <dgm:cxn modelId="{836BCC15-E6BA-430A-BBFF-294AEB77C0F9}" type="presOf" srcId="{0B03C9BC-3766-4905-B3D3-BC28172C9C89}" destId="{CDE79B1A-B2ED-4FD2-9318-AFF7C4518E6C}" srcOrd="0" destOrd="0" presId="urn:microsoft.com/office/officeart/2016/7/layout/VerticalHollowActionList"/>
    <dgm:cxn modelId="{FA8C211D-5757-4830-8CF9-68DAA35BDF7E}" srcId="{ADB196F0-69ED-4892-A219-0A37163EDB70}" destId="{2C494CF9-E2A5-45E2-85FD-36F84FE9DD73}" srcOrd="0" destOrd="0" parTransId="{E53F217B-23EE-4E5F-864E-2F2064F6769D}" sibTransId="{66486DEA-7ECB-4D51-A1CD-E457E3ED1875}"/>
    <dgm:cxn modelId="{8EFA0D2C-5B14-44BE-9D57-F4BBFD12D6C9}" srcId="{9A665F42-20E7-4254-A878-FA5ECA4D3E1E}" destId="{4C5D7F40-B986-40EA-9C38-CEF6B0BC67CD}" srcOrd="0" destOrd="0" parTransId="{F79BCCD2-13E2-40AB-8CB9-1F52B204EA8F}" sibTransId="{3F4E203E-B760-49E3-9238-25851B7251FA}"/>
    <dgm:cxn modelId="{8F331731-4AC9-4D50-9D0B-157AFCE90C2D}" type="presOf" srcId="{ADB196F0-69ED-4892-A219-0A37163EDB70}" destId="{205D2735-87B5-43B5-8024-207EF67A401A}" srcOrd="0" destOrd="0" presId="urn:microsoft.com/office/officeart/2016/7/layout/VerticalHollowActionList"/>
    <dgm:cxn modelId="{95A69768-3312-4D3A-9939-E43860CA08AB}" srcId="{7D7C19E9-16C9-427C-AAC6-F3B3C82D1D45}" destId="{9A665F42-20E7-4254-A878-FA5ECA4D3E1E}" srcOrd="0" destOrd="0" parTransId="{423472B4-F784-4AEB-8B48-64E70986D49C}" sibTransId="{FC11AACD-137A-4E2D-A52F-C4F728975875}"/>
    <dgm:cxn modelId="{EB9A4A8A-8047-41F9-8E9D-5DA5B550656C}" srcId="{7D7C19E9-16C9-427C-AAC6-F3B3C82D1D45}" destId="{E94C6F6B-57E9-4A9D-A7DB-1A1C58D66E30}" srcOrd="1" destOrd="0" parTransId="{50904A48-DE2C-4199-912A-D770A4C3CF1F}" sibTransId="{6FA7E8D9-9CDB-4751-AB43-12FDDD9E7EAF}"/>
    <dgm:cxn modelId="{CEAA5C9A-B2F9-4E05-A82B-73935763BB28}" type="presOf" srcId="{2C494CF9-E2A5-45E2-85FD-36F84FE9DD73}" destId="{D0030FD8-71FA-4B36-AD5B-3A2B3C6101D3}" srcOrd="0" destOrd="0" presId="urn:microsoft.com/office/officeart/2016/7/layout/VerticalHollowActionList"/>
    <dgm:cxn modelId="{3048569D-2A84-47DC-8494-FE2CBB709D3F}" srcId="{E94C6F6B-57E9-4A9D-A7DB-1A1C58D66E30}" destId="{0B03C9BC-3766-4905-B3D3-BC28172C9C89}" srcOrd="0" destOrd="0" parTransId="{25FAB547-B182-4DAE-ACE8-3C238C9E2E00}" sibTransId="{56E21ACD-1B89-4F07-8B25-392711BC663F}"/>
    <dgm:cxn modelId="{3F5FA9A3-09E1-480A-BBB1-28FE49912DD3}" type="presOf" srcId="{9A665F42-20E7-4254-A878-FA5ECA4D3E1E}" destId="{521ADD35-74C4-4A77-B0CB-99D2D68C378E}" srcOrd="0" destOrd="0" presId="urn:microsoft.com/office/officeart/2016/7/layout/VerticalHollowActionList"/>
    <dgm:cxn modelId="{8C97F0A9-5AF4-4D63-80D9-ADFAC3200ECA}" type="presOf" srcId="{7D7C19E9-16C9-427C-AAC6-F3B3C82D1D45}" destId="{B094C504-DF54-43A4-80D9-FC0DFE85851C}" srcOrd="0" destOrd="0" presId="urn:microsoft.com/office/officeart/2016/7/layout/VerticalHollowActionList"/>
    <dgm:cxn modelId="{F78C0FC2-AABD-49C6-9FB6-33594CC8D84B}" type="presOf" srcId="{4C5D7F40-B986-40EA-9C38-CEF6B0BC67CD}" destId="{73B7590B-B9BB-41C3-8FFA-387D3AA4C0AE}" srcOrd="0" destOrd="0" presId="urn:microsoft.com/office/officeart/2016/7/layout/VerticalHollowActionList"/>
    <dgm:cxn modelId="{73686DC4-92D9-4940-A141-015E440F3798}" type="presOf" srcId="{E94C6F6B-57E9-4A9D-A7DB-1A1C58D66E30}" destId="{AF790532-ECA0-4C8B-9F97-F20DCE3F4EEF}" srcOrd="0" destOrd="0" presId="urn:microsoft.com/office/officeart/2016/7/layout/VerticalHollowActionList"/>
    <dgm:cxn modelId="{EA241BE9-9765-4E06-B99F-79088729C73C}" srcId="{7D7C19E9-16C9-427C-AAC6-F3B3C82D1D45}" destId="{ADB196F0-69ED-4892-A219-0A37163EDB70}" srcOrd="2" destOrd="0" parTransId="{9632D4ED-4CD8-4068-9473-7A7D3A812AA3}" sibTransId="{DC0F5501-9A89-40C7-9516-71A394093AD2}"/>
    <dgm:cxn modelId="{AC2AA6BC-AB33-4E11-98BC-8932CE74EA15}" type="presParOf" srcId="{B094C504-DF54-43A4-80D9-FC0DFE85851C}" destId="{652FF087-E8CC-455F-A72F-9D207CBF29A7}" srcOrd="0" destOrd="0" presId="urn:microsoft.com/office/officeart/2016/7/layout/VerticalHollowActionList"/>
    <dgm:cxn modelId="{6A2760DF-85D1-4F36-A5E4-F4888BD0A28B}" type="presParOf" srcId="{652FF087-E8CC-455F-A72F-9D207CBF29A7}" destId="{521ADD35-74C4-4A77-B0CB-99D2D68C378E}" srcOrd="0" destOrd="0" presId="urn:microsoft.com/office/officeart/2016/7/layout/VerticalHollowActionList"/>
    <dgm:cxn modelId="{A360383D-24E1-4A51-8176-970E2F941A64}" type="presParOf" srcId="{652FF087-E8CC-455F-A72F-9D207CBF29A7}" destId="{73B7590B-B9BB-41C3-8FFA-387D3AA4C0AE}" srcOrd="1" destOrd="0" presId="urn:microsoft.com/office/officeart/2016/7/layout/VerticalHollowActionList"/>
    <dgm:cxn modelId="{54EA9233-8180-4B91-A824-8B09A36BAD3B}" type="presParOf" srcId="{B094C504-DF54-43A4-80D9-FC0DFE85851C}" destId="{BB4BB71B-693B-43C5-8214-EF47F8243DB9}" srcOrd="1" destOrd="0" presId="urn:microsoft.com/office/officeart/2016/7/layout/VerticalHollowActionList"/>
    <dgm:cxn modelId="{C661A168-28BE-45B3-9EB4-2C8CE5EA5728}" type="presParOf" srcId="{B094C504-DF54-43A4-80D9-FC0DFE85851C}" destId="{8D429D15-3A76-4C1A-B8EA-A80FAA278945}" srcOrd="2" destOrd="0" presId="urn:microsoft.com/office/officeart/2016/7/layout/VerticalHollowActionList"/>
    <dgm:cxn modelId="{5F965315-BFB8-4A6B-839E-89A1E5602B90}" type="presParOf" srcId="{8D429D15-3A76-4C1A-B8EA-A80FAA278945}" destId="{AF790532-ECA0-4C8B-9F97-F20DCE3F4EEF}" srcOrd="0" destOrd="0" presId="urn:microsoft.com/office/officeart/2016/7/layout/VerticalHollowActionList"/>
    <dgm:cxn modelId="{CC95ED1D-4AAA-43C6-838F-165331CB5F93}" type="presParOf" srcId="{8D429D15-3A76-4C1A-B8EA-A80FAA278945}" destId="{CDE79B1A-B2ED-4FD2-9318-AFF7C4518E6C}" srcOrd="1" destOrd="0" presId="urn:microsoft.com/office/officeart/2016/7/layout/VerticalHollowActionList"/>
    <dgm:cxn modelId="{453C2AE1-2210-46FB-B378-61D1F2CE42EA}" type="presParOf" srcId="{B094C504-DF54-43A4-80D9-FC0DFE85851C}" destId="{F16E5159-0F33-4CB4-A5B0-D31D64BD7C6A}" srcOrd="3" destOrd="0" presId="urn:microsoft.com/office/officeart/2016/7/layout/VerticalHollowActionList"/>
    <dgm:cxn modelId="{E00B1756-3F6B-463E-96A5-9130B129FB8E}" type="presParOf" srcId="{B094C504-DF54-43A4-80D9-FC0DFE85851C}" destId="{63904E8B-A42E-436B-AD86-40B6587647C6}" srcOrd="4" destOrd="0" presId="urn:microsoft.com/office/officeart/2016/7/layout/VerticalHollowActionList"/>
    <dgm:cxn modelId="{9A7AAE08-BD24-4565-B9D7-6CE1A5E2DCC2}" type="presParOf" srcId="{63904E8B-A42E-436B-AD86-40B6587647C6}" destId="{205D2735-87B5-43B5-8024-207EF67A401A}" srcOrd="0" destOrd="0" presId="urn:microsoft.com/office/officeart/2016/7/layout/VerticalHollowActionList"/>
    <dgm:cxn modelId="{ED1F9975-56B3-4FAD-A780-5B792F21C82D}" type="presParOf" srcId="{63904E8B-A42E-436B-AD86-40B6587647C6}" destId="{D0030FD8-71FA-4B36-AD5B-3A2B3C6101D3}"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5FA8BA-B402-40CF-9B88-25C9BEEC1CE2}" type="doc">
      <dgm:prSet loTypeId="urn:microsoft.com/office/officeart/2005/8/layout/matrix3" loCatId="matrix" qsTypeId="urn:microsoft.com/office/officeart/2005/8/quickstyle/simple2" qsCatId="simple" csTypeId="urn:microsoft.com/office/officeart/2005/8/colors/accent3_2" csCatId="accent3"/>
      <dgm:spPr/>
      <dgm:t>
        <a:bodyPr/>
        <a:lstStyle/>
        <a:p>
          <a:endParaRPr lang="en-US"/>
        </a:p>
      </dgm:t>
    </dgm:pt>
    <dgm:pt modelId="{88341955-00F0-4D31-881B-574964DB1443}">
      <dgm:prSet/>
      <dgm:spPr/>
      <dgm:t>
        <a:bodyPr/>
        <a:lstStyle/>
        <a:p>
          <a:r>
            <a:rPr lang="fi-FI"/>
            <a:t>Naming standard</a:t>
          </a:r>
          <a:endParaRPr lang="en-US"/>
        </a:p>
      </dgm:t>
    </dgm:pt>
    <dgm:pt modelId="{F91F027D-FFC6-43CE-A1E7-A623D3F1FF26}" type="parTrans" cxnId="{9FF122E7-3E94-45E3-A405-00BE0F2B4231}">
      <dgm:prSet/>
      <dgm:spPr/>
      <dgm:t>
        <a:bodyPr/>
        <a:lstStyle/>
        <a:p>
          <a:endParaRPr lang="en-US"/>
        </a:p>
      </dgm:t>
    </dgm:pt>
    <dgm:pt modelId="{DB80E07F-F305-4EF2-9244-95BB57458DCE}" type="sibTrans" cxnId="{9FF122E7-3E94-45E3-A405-00BE0F2B4231}">
      <dgm:prSet/>
      <dgm:spPr/>
      <dgm:t>
        <a:bodyPr/>
        <a:lstStyle/>
        <a:p>
          <a:endParaRPr lang="en-US"/>
        </a:p>
      </dgm:t>
    </dgm:pt>
    <dgm:pt modelId="{D620D058-412D-4DC7-9438-FB60ADB2DD3B}">
      <dgm:prSet/>
      <dgm:spPr/>
      <dgm:t>
        <a:bodyPr/>
        <a:lstStyle/>
        <a:p>
          <a:r>
            <a:rPr lang="fi-FI"/>
            <a:t>Actual CA Policies for different personas and scenarios</a:t>
          </a:r>
          <a:endParaRPr lang="en-US"/>
        </a:p>
      </dgm:t>
    </dgm:pt>
    <dgm:pt modelId="{26AA568B-46DE-4DEA-A45E-4342AC89FD4B}" type="parTrans" cxnId="{658608B2-82CF-4BF0-A3EE-DB4FD1BB4D4C}">
      <dgm:prSet/>
      <dgm:spPr/>
      <dgm:t>
        <a:bodyPr/>
        <a:lstStyle/>
        <a:p>
          <a:endParaRPr lang="en-US"/>
        </a:p>
      </dgm:t>
    </dgm:pt>
    <dgm:pt modelId="{6CCEFEFD-E451-4475-BC01-5A32F855AE71}" type="sibTrans" cxnId="{658608B2-82CF-4BF0-A3EE-DB4FD1BB4D4C}">
      <dgm:prSet/>
      <dgm:spPr/>
      <dgm:t>
        <a:bodyPr/>
        <a:lstStyle/>
        <a:p>
          <a:endParaRPr lang="en-US"/>
        </a:p>
      </dgm:t>
    </dgm:pt>
    <dgm:pt modelId="{D522D0B8-7AA4-4968-A84A-91463F81A57F}">
      <dgm:prSet/>
      <dgm:spPr/>
      <dgm:t>
        <a:bodyPr/>
        <a:lstStyle/>
        <a:p>
          <a:r>
            <a:rPr lang="fi-FI"/>
            <a:t>CA Policy targeting</a:t>
          </a:r>
          <a:endParaRPr lang="en-US"/>
        </a:p>
      </dgm:t>
    </dgm:pt>
    <dgm:pt modelId="{72CAB9E0-98DC-447D-B08C-82400ECE7B7F}" type="parTrans" cxnId="{D0780F68-383C-42E3-9156-D82E010CEF63}">
      <dgm:prSet/>
      <dgm:spPr/>
      <dgm:t>
        <a:bodyPr/>
        <a:lstStyle/>
        <a:p>
          <a:endParaRPr lang="en-US"/>
        </a:p>
      </dgm:t>
    </dgm:pt>
    <dgm:pt modelId="{F2DF1CFD-467C-4DF8-A2A1-1693282A56F9}" type="sibTrans" cxnId="{D0780F68-383C-42E3-9156-D82E010CEF63}">
      <dgm:prSet/>
      <dgm:spPr/>
      <dgm:t>
        <a:bodyPr/>
        <a:lstStyle/>
        <a:p>
          <a:endParaRPr lang="en-US"/>
        </a:p>
      </dgm:t>
    </dgm:pt>
    <dgm:pt modelId="{1FEF9663-0C8B-48D9-A89F-A901B2BFDA63}">
      <dgm:prSet/>
      <dgm:spPr/>
      <dgm:t>
        <a:bodyPr/>
        <a:lstStyle/>
        <a:p>
          <a:r>
            <a:rPr lang="fi-FI"/>
            <a:t>Exclusions</a:t>
          </a:r>
          <a:endParaRPr lang="en-US"/>
        </a:p>
      </dgm:t>
    </dgm:pt>
    <dgm:pt modelId="{55915D99-F0D8-4F4B-83B3-BF874512BA46}" type="parTrans" cxnId="{5987093B-E800-43B5-953F-65C5013D8368}">
      <dgm:prSet/>
      <dgm:spPr/>
      <dgm:t>
        <a:bodyPr/>
        <a:lstStyle/>
        <a:p>
          <a:endParaRPr lang="en-US"/>
        </a:p>
      </dgm:t>
    </dgm:pt>
    <dgm:pt modelId="{1CCAF8A7-7ECA-45BE-998D-A1218B1C73E5}" type="sibTrans" cxnId="{5987093B-E800-43B5-953F-65C5013D8368}">
      <dgm:prSet/>
      <dgm:spPr/>
      <dgm:t>
        <a:bodyPr/>
        <a:lstStyle/>
        <a:p>
          <a:endParaRPr lang="en-US"/>
        </a:p>
      </dgm:t>
    </dgm:pt>
    <dgm:pt modelId="{C585D5A4-3C80-4527-9E50-5D3477AF1A5F}" type="pres">
      <dgm:prSet presAssocID="{555FA8BA-B402-40CF-9B88-25C9BEEC1CE2}" presName="matrix" presStyleCnt="0">
        <dgm:presLayoutVars>
          <dgm:chMax val="1"/>
          <dgm:dir/>
          <dgm:resizeHandles val="exact"/>
        </dgm:presLayoutVars>
      </dgm:prSet>
      <dgm:spPr/>
    </dgm:pt>
    <dgm:pt modelId="{1337C613-EE6F-4616-848B-272811A32C5E}" type="pres">
      <dgm:prSet presAssocID="{555FA8BA-B402-40CF-9B88-25C9BEEC1CE2}" presName="diamond" presStyleLbl="bgShp" presStyleIdx="0" presStyleCnt="1"/>
      <dgm:spPr/>
    </dgm:pt>
    <dgm:pt modelId="{EE37C821-769A-46CA-8AB1-E4D81F1CAC60}" type="pres">
      <dgm:prSet presAssocID="{555FA8BA-B402-40CF-9B88-25C9BEEC1CE2}" presName="quad1" presStyleLbl="node1" presStyleIdx="0" presStyleCnt="4">
        <dgm:presLayoutVars>
          <dgm:chMax val="0"/>
          <dgm:chPref val="0"/>
          <dgm:bulletEnabled val="1"/>
        </dgm:presLayoutVars>
      </dgm:prSet>
      <dgm:spPr/>
    </dgm:pt>
    <dgm:pt modelId="{849E14CC-57AF-4B28-9821-C0C533941A46}" type="pres">
      <dgm:prSet presAssocID="{555FA8BA-B402-40CF-9B88-25C9BEEC1CE2}" presName="quad2" presStyleLbl="node1" presStyleIdx="1" presStyleCnt="4">
        <dgm:presLayoutVars>
          <dgm:chMax val="0"/>
          <dgm:chPref val="0"/>
          <dgm:bulletEnabled val="1"/>
        </dgm:presLayoutVars>
      </dgm:prSet>
      <dgm:spPr/>
    </dgm:pt>
    <dgm:pt modelId="{C51A07C7-24CB-4CBF-BE6C-94840E59B99B}" type="pres">
      <dgm:prSet presAssocID="{555FA8BA-B402-40CF-9B88-25C9BEEC1CE2}" presName="quad3" presStyleLbl="node1" presStyleIdx="2" presStyleCnt="4">
        <dgm:presLayoutVars>
          <dgm:chMax val="0"/>
          <dgm:chPref val="0"/>
          <dgm:bulletEnabled val="1"/>
        </dgm:presLayoutVars>
      </dgm:prSet>
      <dgm:spPr/>
    </dgm:pt>
    <dgm:pt modelId="{EB98F534-0A6C-4A8E-AA41-26512AC9A811}" type="pres">
      <dgm:prSet presAssocID="{555FA8BA-B402-40CF-9B88-25C9BEEC1CE2}" presName="quad4" presStyleLbl="node1" presStyleIdx="3" presStyleCnt="4">
        <dgm:presLayoutVars>
          <dgm:chMax val="0"/>
          <dgm:chPref val="0"/>
          <dgm:bulletEnabled val="1"/>
        </dgm:presLayoutVars>
      </dgm:prSet>
      <dgm:spPr/>
    </dgm:pt>
  </dgm:ptLst>
  <dgm:cxnLst>
    <dgm:cxn modelId="{9E7BA52B-733A-4153-A5E0-61EB4859F4A6}" type="presOf" srcId="{D620D058-412D-4DC7-9438-FB60ADB2DD3B}" destId="{849E14CC-57AF-4B28-9821-C0C533941A46}" srcOrd="0" destOrd="0" presId="urn:microsoft.com/office/officeart/2005/8/layout/matrix3"/>
    <dgm:cxn modelId="{5987093B-E800-43B5-953F-65C5013D8368}" srcId="{555FA8BA-B402-40CF-9B88-25C9BEEC1CE2}" destId="{1FEF9663-0C8B-48D9-A89F-A901B2BFDA63}" srcOrd="3" destOrd="0" parTransId="{55915D99-F0D8-4F4B-83B3-BF874512BA46}" sibTransId="{1CCAF8A7-7ECA-45BE-998D-A1218B1C73E5}"/>
    <dgm:cxn modelId="{D0780F68-383C-42E3-9156-D82E010CEF63}" srcId="{555FA8BA-B402-40CF-9B88-25C9BEEC1CE2}" destId="{D522D0B8-7AA4-4968-A84A-91463F81A57F}" srcOrd="2" destOrd="0" parTransId="{72CAB9E0-98DC-447D-B08C-82400ECE7B7F}" sibTransId="{F2DF1CFD-467C-4DF8-A2A1-1693282A56F9}"/>
    <dgm:cxn modelId="{3237BFA7-818D-4165-958C-E8FF53CACA9F}" type="presOf" srcId="{1FEF9663-0C8B-48D9-A89F-A901B2BFDA63}" destId="{EB98F534-0A6C-4A8E-AA41-26512AC9A811}" srcOrd="0" destOrd="0" presId="urn:microsoft.com/office/officeart/2005/8/layout/matrix3"/>
    <dgm:cxn modelId="{658608B2-82CF-4BF0-A3EE-DB4FD1BB4D4C}" srcId="{555FA8BA-B402-40CF-9B88-25C9BEEC1CE2}" destId="{D620D058-412D-4DC7-9438-FB60ADB2DD3B}" srcOrd="1" destOrd="0" parTransId="{26AA568B-46DE-4DEA-A45E-4342AC89FD4B}" sibTransId="{6CCEFEFD-E451-4475-BC01-5A32F855AE71}"/>
    <dgm:cxn modelId="{D4DC89DF-A9D8-4415-A83D-5FD3A8E7881A}" type="presOf" srcId="{555FA8BA-B402-40CF-9B88-25C9BEEC1CE2}" destId="{C585D5A4-3C80-4527-9E50-5D3477AF1A5F}" srcOrd="0" destOrd="0" presId="urn:microsoft.com/office/officeart/2005/8/layout/matrix3"/>
    <dgm:cxn modelId="{DA498EDF-75B4-4B40-9F7F-C1424CEEA1F0}" type="presOf" srcId="{88341955-00F0-4D31-881B-574964DB1443}" destId="{EE37C821-769A-46CA-8AB1-E4D81F1CAC60}" srcOrd="0" destOrd="0" presId="urn:microsoft.com/office/officeart/2005/8/layout/matrix3"/>
    <dgm:cxn modelId="{9FF122E7-3E94-45E3-A405-00BE0F2B4231}" srcId="{555FA8BA-B402-40CF-9B88-25C9BEEC1CE2}" destId="{88341955-00F0-4D31-881B-574964DB1443}" srcOrd="0" destOrd="0" parTransId="{F91F027D-FFC6-43CE-A1E7-A623D3F1FF26}" sibTransId="{DB80E07F-F305-4EF2-9244-95BB57458DCE}"/>
    <dgm:cxn modelId="{09FAB6F0-EEF5-4052-900D-B29264869B35}" type="presOf" srcId="{D522D0B8-7AA4-4968-A84A-91463F81A57F}" destId="{C51A07C7-24CB-4CBF-BE6C-94840E59B99B}" srcOrd="0" destOrd="0" presId="urn:microsoft.com/office/officeart/2005/8/layout/matrix3"/>
    <dgm:cxn modelId="{6EF41E2C-686B-4A33-81E8-B30E0F0E7514}" type="presParOf" srcId="{C585D5A4-3C80-4527-9E50-5D3477AF1A5F}" destId="{1337C613-EE6F-4616-848B-272811A32C5E}" srcOrd="0" destOrd="0" presId="urn:microsoft.com/office/officeart/2005/8/layout/matrix3"/>
    <dgm:cxn modelId="{B7768ED8-4F9D-4B6F-93B3-293FCDFB392D}" type="presParOf" srcId="{C585D5A4-3C80-4527-9E50-5D3477AF1A5F}" destId="{EE37C821-769A-46CA-8AB1-E4D81F1CAC60}" srcOrd="1" destOrd="0" presId="urn:microsoft.com/office/officeart/2005/8/layout/matrix3"/>
    <dgm:cxn modelId="{7D9190A9-6E5C-48F6-94A1-9BCF96448E84}" type="presParOf" srcId="{C585D5A4-3C80-4527-9E50-5D3477AF1A5F}" destId="{849E14CC-57AF-4B28-9821-C0C533941A46}" srcOrd="2" destOrd="0" presId="urn:microsoft.com/office/officeart/2005/8/layout/matrix3"/>
    <dgm:cxn modelId="{C5BA38B3-5A88-46F7-8081-3DFCA30C5E32}" type="presParOf" srcId="{C585D5A4-3C80-4527-9E50-5D3477AF1A5F}" destId="{C51A07C7-24CB-4CBF-BE6C-94840E59B99B}" srcOrd="3" destOrd="0" presId="urn:microsoft.com/office/officeart/2005/8/layout/matrix3"/>
    <dgm:cxn modelId="{91DF1049-F396-450D-B750-26282142EDB3}" type="presParOf" srcId="{C585D5A4-3C80-4527-9E50-5D3477AF1A5F}" destId="{EB98F534-0A6C-4A8E-AA41-26512AC9A81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B7590B-B9BB-41C3-8FFA-387D3AA4C0AE}">
      <dsp:nvSpPr>
        <dsp:cNvPr id="0" name=""/>
        <dsp:cNvSpPr/>
      </dsp:nvSpPr>
      <dsp:spPr>
        <a:xfrm>
          <a:off x="1645920" y="1019"/>
          <a:ext cx="6583680" cy="104534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7742" tIns="265517" rIns="127742" bIns="265517" numCol="1" spcCol="1270" anchor="ctr" anchorCtr="0">
          <a:noAutofit/>
        </a:bodyPr>
        <a:lstStyle/>
        <a:p>
          <a:pPr marL="0" lvl="0" indent="0" algn="l" defTabSz="889000">
            <a:lnSpc>
              <a:spcPct val="90000"/>
            </a:lnSpc>
            <a:spcBef>
              <a:spcPct val="0"/>
            </a:spcBef>
            <a:spcAft>
              <a:spcPct val="35000"/>
            </a:spcAft>
            <a:buNone/>
          </a:pPr>
          <a:r>
            <a:rPr lang="en-US" sz="2000" kern="1200" dirty="0"/>
            <a:t>Prevent sign-in from accounts that are not targeted with CA policies</a:t>
          </a:r>
        </a:p>
      </dsp:txBody>
      <dsp:txXfrm>
        <a:off x="1645920" y="1019"/>
        <a:ext cx="6583680" cy="1045341"/>
      </dsp:txXfrm>
    </dsp:sp>
    <dsp:sp modelId="{521ADD35-74C4-4A77-B0CB-99D2D68C378E}">
      <dsp:nvSpPr>
        <dsp:cNvPr id="0" name=""/>
        <dsp:cNvSpPr/>
      </dsp:nvSpPr>
      <dsp:spPr>
        <a:xfrm>
          <a:off x="0" y="1019"/>
          <a:ext cx="1645920" cy="1045341"/>
        </a:xfrm>
        <a:prstGeom prst="re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97" tIns="103256" rIns="87097" bIns="103256" numCol="1" spcCol="1270" anchor="ctr" anchorCtr="0">
          <a:noAutofit/>
        </a:bodyPr>
        <a:lstStyle/>
        <a:p>
          <a:pPr marL="0" lvl="0" indent="0" algn="ctr" defTabSz="1111250">
            <a:lnSpc>
              <a:spcPct val="90000"/>
            </a:lnSpc>
            <a:spcBef>
              <a:spcPct val="0"/>
            </a:spcBef>
            <a:spcAft>
              <a:spcPct val="35000"/>
            </a:spcAft>
            <a:buNone/>
          </a:pPr>
          <a:r>
            <a:rPr lang="en-US" sz="2500" kern="1200" dirty="0"/>
            <a:t>Goal</a:t>
          </a:r>
        </a:p>
      </dsp:txBody>
      <dsp:txXfrm>
        <a:off x="0" y="1019"/>
        <a:ext cx="1645920" cy="1045341"/>
      </dsp:txXfrm>
    </dsp:sp>
    <dsp:sp modelId="{CDE79B1A-B2ED-4FD2-9318-AFF7C4518E6C}">
      <dsp:nvSpPr>
        <dsp:cNvPr id="0" name=""/>
        <dsp:cNvSpPr/>
      </dsp:nvSpPr>
      <dsp:spPr>
        <a:xfrm>
          <a:off x="1645920" y="1109081"/>
          <a:ext cx="6583680" cy="104534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7742" tIns="265517" rIns="127742" bIns="265517" numCol="1" spcCol="1270" anchor="ctr" anchorCtr="0">
          <a:noAutofit/>
        </a:bodyPr>
        <a:lstStyle/>
        <a:p>
          <a:pPr marL="0" lvl="0" indent="0" algn="l" defTabSz="889000">
            <a:lnSpc>
              <a:spcPct val="90000"/>
            </a:lnSpc>
            <a:spcBef>
              <a:spcPct val="0"/>
            </a:spcBef>
            <a:spcAft>
              <a:spcPct val="35000"/>
            </a:spcAft>
            <a:buNone/>
          </a:pPr>
          <a:r>
            <a:rPr lang="en-US" sz="2000" kern="1200"/>
            <a:t>Create Block policy for all users and exclude all your CAP target groups / personas</a:t>
          </a:r>
        </a:p>
      </dsp:txBody>
      <dsp:txXfrm>
        <a:off x="1645920" y="1109081"/>
        <a:ext cx="6583680" cy="1045341"/>
      </dsp:txXfrm>
    </dsp:sp>
    <dsp:sp modelId="{AF790532-ECA0-4C8B-9F97-F20DCE3F4EEF}">
      <dsp:nvSpPr>
        <dsp:cNvPr id="0" name=""/>
        <dsp:cNvSpPr/>
      </dsp:nvSpPr>
      <dsp:spPr>
        <a:xfrm>
          <a:off x="0" y="1109081"/>
          <a:ext cx="1645920" cy="1045341"/>
        </a:xfrm>
        <a:prstGeom prst="re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97" tIns="103256" rIns="87097" bIns="103256" numCol="1" spcCol="1270" anchor="ctr" anchorCtr="0">
          <a:noAutofit/>
        </a:bodyPr>
        <a:lstStyle/>
        <a:p>
          <a:pPr marL="0" lvl="0" indent="0" algn="ctr" defTabSz="1111250">
            <a:lnSpc>
              <a:spcPct val="90000"/>
            </a:lnSpc>
            <a:spcBef>
              <a:spcPct val="0"/>
            </a:spcBef>
            <a:spcAft>
              <a:spcPct val="35000"/>
            </a:spcAft>
            <a:buNone/>
          </a:pPr>
          <a:r>
            <a:rPr lang="en-US" sz="2500" kern="1200" dirty="0"/>
            <a:t>Method</a:t>
          </a:r>
        </a:p>
      </dsp:txBody>
      <dsp:txXfrm>
        <a:off x="0" y="1109081"/>
        <a:ext cx="1645920" cy="1045341"/>
      </dsp:txXfrm>
    </dsp:sp>
    <dsp:sp modelId="{D0030FD8-71FA-4B36-AD5B-3A2B3C6101D3}">
      <dsp:nvSpPr>
        <dsp:cNvPr id="0" name=""/>
        <dsp:cNvSpPr/>
      </dsp:nvSpPr>
      <dsp:spPr>
        <a:xfrm>
          <a:off x="1645920" y="2217143"/>
          <a:ext cx="6583680" cy="104534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7742" tIns="265517" rIns="127742" bIns="265517" numCol="1" spcCol="1270" anchor="ctr" anchorCtr="0">
          <a:noAutofit/>
        </a:bodyPr>
        <a:lstStyle/>
        <a:p>
          <a:pPr marL="0" lvl="0" indent="0" algn="l" defTabSz="889000">
            <a:lnSpc>
              <a:spcPct val="90000"/>
            </a:lnSpc>
            <a:spcBef>
              <a:spcPct val="0"/>
            </a:spcBef>
            <a:spcAft>
              <a:spcPct val="35000"/>
            </a:spcAft>
            <a:buNone/>
          </a:pPr>
          <a:r>
            <a:rPr lang="en-US" sz="2000" kern="1200"/>
            <a:t>Rest assured that there are no holes in your CAP Framework</a:t>
          </a:r>
        </a:p>
      </dsp:txBody>
      <dsp:txXfrm>
        <a:off x="1645920" y="2217143"/>
        <a:ext cx="6583680" cy="1045341"/>
      </dsp:txXfrm>
    </dsp:sp>
    <dsp:sp modelId="{205D2735-87B5-43B5-8024-207EF67A401A}">
      <dsp:nvSpPr>
        <dsp:cNvPr id="0" name=""/>
        <dsp:cNvSpPr/>
      </dsp:nvSpPr>
      <dsp:spPr>
        <a:xfrm>
          <a:off x="0" y="2217143"/>
          <a:ext cx="1645920" cy="1045341"/>
        </a:xfrm>
        <a:prstGeom prst="rect">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97" tIns="103256" rIns="87097" bIns="103256" numCol="1" spcCol="1270" anchor="ctr" anchorCtr="0">
          <a:noAutofit/>
        </a:bodyPr>
        <a:lstStyle/>
        <a:p>
          <a:pPr marL="0" lvl="0" indent="0" algn="ctr" defTabSz="1111250">
            <a:lnSpc>
              <a:spcPct val="90000"/>
            </a:lnSpc>
            <a:spcBef>
              <a:spcPct val="0"/>
            </a:spcBef>
            <a:spcAft>
              <a:spcPct val="35000"/>
            </a:spcAft>
            <a:buNone/>
          </a:pPr>
          <a:r>
            <a:rPr lang="en-US" sz="2500" kern="1200" dirty="0"/>
            <a:t>Result</a:t>
          </a:r>
        </a:p>
      </dsp:txBody>
      <dsp:txXfrm>
        <a:off x="0" y="2217143"/>
        <a:ext cx="1645920" cy="10453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37C613-EE6F-4616-848B-272811A32C5E}">
      <dsp:nvSpPr>
        <dsp:cNvPr id="0" name=""/>
        <dsp:cNvSpPr/>
      </dsp:nvSpPr>
      <dsp:spPr>
        <a:xfrm>
          <a:off x="1133817" y="0"/>
          <a:ext cx="3265200" cy="3265200"/>
        </a:xfrm>
        <a:prstGeom prst="diamond">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37C821-769A-46CA-8AB1-E4D81F1CAC60}">
      <dsp:nvSpPr>
        <dsp:cNvPr id="0" name=""/>
        <dsp:cNvSpPr/>
      </dsp:nvSpPr>
      <dsp:spPr>
        <a:xfrm>
          <a:off x="1444011" y="310193"/>
          <a:ext cx="1273428" cy="127342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i-FI" sz="1300" kern="1200"/>
            <a:t>Naming standard</a:t>
          </a:r>
          <a:endParaRPr lang="en-US" sz="1300" kern="1200"/>
        </a:p>
      </dsp:txBody>
      <dsp:txXfrm>
        <a:off x="1506175" y="372357"/>
        <a:ext cx="1149100" cy="1149100"/>
      </dsp:txXfrm>
    </dsp:sp>
    <dsp:sp modelId="{849E14CC-57AF-4B28-9821-C0C533941A46}">
      <dsp:nvSpPr>
        <dsp:cNvPr id="0" name=""/>
        <dsp:cNvSpPr/>
      </dsp:nvSpPr>
      <dsp:spPr>
        <a:xfrm>
          <a:off x="2815395" y="310193"/>
          <a:ext cx="1273428" cy="127342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i-FI" sz="1300" kern="1200"/>
            <a:t>Actual CA Policies for different personas and scenarios</a:t>
          </a:r>
          <a:endParaRPr lang="en-US" sz="1300" kern="1200"/>
        </a:p>
      </dsp:txBody>
      <dsp:txXfrm>
        <a:off x="2877559" y="372357"/>
        <a:ext cx="1149100" cy="1149100"/>
      </dsp:txXfrm>
    </dsp:sp>
    <dsp:sp modelId="{C51A07C7-24CB-4CBF-BE6C-94840E59B99B}">
      <dsp:nvSpPr>
        <dsp:cNvPr id="0" name=""/>
        <dsp:cNvSpPr/>
      </dsp:nvSpPr>
      <dsp:spPr>
        <a:xfrm>
          <a:off x="1444011" y="1681578"/>
          <a:ext cx="1273428" cy="127342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i-FI" sz="1300" kern="1200"/>
            <a:t>CA Policy targeting</a:t>
          </a:r>
          <a:endParaRPr lang="en-US" sz="1300" kern="1200"/>
        </a:p>
      </dsp:txBody>
      <dsp:txXfrm>
        <a:off x="1506175" y="1743742"/>
        <a:ext cx="1149100" cy="1149100"/>
      </dsp:txXfrm>
    </dsp:sp>
    <dsp:sp modelId="{EB98F534-0A6C-4A8E-AA41-26512AC9A811}">
      <dsp:nvSpPr>
        <dsp:cNvPr id="0" name=""/>
        <dsp:cNvSpPr/>
      </dsp:nvSpPr>
      <dsp:spPr>
        <a:xfrm>
          <a:off x="2815395" y="1681578"/>
          <a:ext cx="1273428" cy="127342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i-FI" sz="1300" kern="1200"/>
            <a:t>Exclusions</a:t>
          </a:r>
          <a:endParaRPr lang="en-US" sz="1300" kern="1200"/>
        </a:p>
      </dsp:txBody>
      <dsp:txXfrm>
        <a:off x="2877559" y="1743742"/>
        <a:ext cx="1149100" cy="1149100"/>
      </dsp:txXfrm>
    </dsp:sp>
  </dsp:spTree>
</dsp:drawing>
</file>

<file path=ppt/diagrams/layout1.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FC17C-84F5-AB4D-A721-4B76779A75B0}" type="datetimeFigureOut">
              <a:rPr lang="en-FI" smtClean="0"/>
              <a:t>02/28/2026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6122F-2321-8549-B90F-56A64920EAAB}" type="slidenum">
              <a:rPr lang="en-FI" smtClean="0"/>
              <a:t>‹#›</a:t>
            </a:fld>
            <a:endParaRPr lang="en-FI"/>
          </a:p>
        </p:txBody>
      </p:sp>
    </p:spTree>
    <p:extLst>
      <p:ext uri="{BB962C8B-B14F-4D97-AF65-F5344CB8AC3E}">
        <p14:creationId xmlns:p14="http://schemas.microsoft.com/office/powerpoint/2010/main" val="3259066593"/>
      </p:ext>
    </p:extLst>
  </p:cSld>
  <p:clrMap bg1="lt1" tx1="dk1" bg2="lt2" tx2="dk2" accent1="accent1" accent2="accent2" accent3="accent3" accent4="accent4" accent5="accent5" accent6="accent6" hlink="hlink" folHlink="folHlink"/>
  <p:notesStyle>
    <a:lvl1pPr marL="0" algn="l" defTabSz="670238" rtl="0" eaLnBrk="1" latinLnBrk="0" hangingPunct="1">
      <a:defRPr sz="880" kern="1200">
        <a:solidFill>
          <a:schemeClr val="tx1"/>
        </a:solidFill>
        <a:latin typeface="+mn-lt"/>
        <a:ea typeface="+mn-ea"/>
        <a:cs typeface="+mn-cs"/>
      </a:defRPr>
    </a:lvl1pPr>
    <a:lvl2pPr marL="335120" algn="l" defTabSz="670238" rtl="0" eaLnBrk="1" latinLnBrk="0" hangingPunct="1">
      <a:defRPr sz="880" kern="1200">
        <a:solidFill>
          <a:schemeClr val="tx1"/>
        </a:solidFill>
        <a:latin typeface="+mn-lt"/>
        <a:ea typeface="+mn-ea"/>
        <a:cs typeface="+mn-cs"/>
      </a:defRPr>
    </a:lvl2pPr>
    <a:lvl3pPr marL="670238" algn="l" defTabSz="670238" rtl="0" eaLnBrk="1" latinLnBrk="0" hangingPunct="1">
      <a:defRPr sz="880" kern="1200">
        <a:solidFill>
          <a:schemeClr val="tx1"/>
        </a:solidFill>
        <a:latin typeface="+mn-lt"/>
        <a:ea typeface="+mn-ea"/>
        <a:cs typeface="+mn-cs"/>
      </a:defRPr>
    </a:lvl3pPr>
    <a:lvl4pPr marL="1005358" algn="l" defTabSz="670238" rtl="0" eaLnBrk="1" latinLnBrk="0" hangingPunct="1">
      <a:defRPr sz="880" kern="1200">
        <a:solidFill>
          <a:schemeClr val="tx1"/>
        </a:solidFill>
        <a:latin typeface="+mn-lt"/>
        <a:ea typeface="+mn-ea"/>
        <a:cs typeface="+mn-cs"/>
      </a:defRPr>
    </a:lvl4pPr>
    <a:lvl5pPr marL="1340477" algn="l" defTabSz="670238" rtl="0" eaLnBrk="1" latinLnBrk="0" hangingPunct="1">
      <a:defRPr sz="880" kern="1200">
        <a:solidFill>
          <a:schemeClr val="tx1"/>
        </a:solidFill>
        <a:latin typeface="+mn-lt"/>
        <a:ea typeface="+mn-ea"/>
        <a:cs typeface="+mn-cs"/>
      </a:defRPr>
    </a:lvl5pPr>
    <a:lvl6pPr marL="1675596" algn="l" defTabSz="670238" rtl="0" eaLnBrk="1" latinLnBrk="0" hangingPunct="1">
      <a:defRPr sz="880" kern="1200">
        <a:solidFill>
          <a:schemeClr val="tx1"/>
        </a:solidFill>
        <a:latin typeface="+mn-lt"/>
        <a:ea typeface="+mn-ea"/>
        <a:cs typeface="+mn-cs"/>
      </a:defRPr>
    </a:lvl6pPr>
    <a:lvl7pPr marL="2010715" algn="l" defTabSz="670238" rtl="0" eaLnBrk="1" latinLnBrk="0" hangingPunct="1">
      <a:defRPr sz="880" kern="1200">
        <a:solidFill>
          <a:schemeClr val="tx1"/>
        </a:solidFill>
        <a:latin typeface="+mn-lt"/>
        <a:ea typeface="+mn-ea"/>
        <a:cs typeface="+mn-cs"/>
      </a:defRPr>
    </a:lvl7pPr>
    <a:lvl8pPr marL="2345835" algn="l" defTabSz="670238" rtl="0" eaLnBrk="1" latinLnBrk="0" hangingPunct="1">
      <a:defRPr sz="880" kern="1200">
        <a:solidFill>
          <a:schemeClr val="tx1"/>
        </a:solidFill>
        <a:latin typeface="+mn-lt"/>
        <a:ea typeface="+mn-ea"/>
        <a:cs typeface="+mn-cs"/>
      </a:defRPr>
    </a:lvl8pPr>
    <a:lvl9pPr marL="2680954" algn="l" defTabSz="670238" rtl="0" eaLnBrk="1" latinLnBrk="0" hangingPunct="1">
      <a:defRPr sz="8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i-FI"/>
          </a:p>
        </p:txBody>
      </p:sp>
      <p:sp>
        <p:nvSpPr>
          <p:cNvPr id="4" name="Slide Number Placeholder 3"/>
          <p:cNvSpPr>
            <a:spLocks noGrp="1"/>
          </p:cNvSpPr>
          <p:nvPr>
            <p:ph type="sldNum" sz="quarter" idx="10"/>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13583276-A66B-41D3-A762-82EBA4A52F4A}" type="slidenum">
              <a:rPr kumimoji="0" lang="fi-F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fi-F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58791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2.xml" /></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2.xml" /></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2.xml" /></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2964780"/>
            <a:ext cx="6858001" cy="696119"/>
          </a:xfrm>
          <a:prstGeom prst="rect">
            <a:avLst/>
          </a:prstGeom>
        </p:spPr>
        <p:txBody>
          <a:bodyPr anchor="b" anchorCtr="0">
            <a:normAutofit/>
          </a:bodyPr>
          <a:lstStyle>
            <a:lvl1pPr algn="ctr">
              <a:defRPr sz="3906" b="0"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FI" dirty="0"/>
          </a:p>
        </p:txBody>
      </p:sp>
      <p:sp>
        <p:nvSpPr>
          <p:cNvPr id="3" name="Subtitle 2">
            <a:extLst>
              <a:ext uri="{FF2B5EF4-FFF2-40B4-BE49-F238E27FC236}">
                <a16:creationId xmlns:a16="http://schemas.microsoft.com/office/drawing/2014/main" id="{1AAF4ED8-25C8-464C-8F60-394ACF43E154}"/>
              </a:ext>
            </a:extLst>
          </p:cNvPr>
          <p:cNvSpPr>
            <a:spLocks noGrp="1"/>
          </p:cNvSpPr>
          <p:nvPr>
            <p:ph type="subTitle" idx="1"/>
          </p:nvPr>
        </p:nvSpPr>
        <p:spPr>
          <a:xfrm>
            <a:off x="1143001" y="3789089"/>
            <a:ext cx="6858001" cy="696119"/>
          </a:xfrm>
          <a:prstGeom prst="rect">
            <a:avLst/>
          </a:prstGeom>
        </p:spPr>
        <p:txBody>
          <a:bodyPr>
            <a:normAutofit/>
          </a:bodyPr>
          <a:lstStyle>
            <a:lvl1pPr marL="0" indent="0" algn="ctr">
              <a:buNone/>
              <a:defRPr sz="1447">
                <a:solidFill>
                  <a:schemeClr val="bg2">
                    <a:lumMod val="50000"/>
                  </a:schemeClr>
                </a:solidFill>
              </a:defRPr>
            </a:lvl1pPr>
            <a:lvl2pPr marL="330731" indent="0" algn="ctr">
              <a:buNone/>
              <a:defRPr sz="1447"/>
            </a:lvl2pPr>
            <a:lvl3pPr marL="661460" indent="0" algn="ctr">
              <a:buNone/>
              <a:defRPr sz="1302"/>
            </a:lvl3pPr>
            <a:lvl4pPr marL="992191" indent="0" algn="ctr">
              <a:buNone/>
              <a:defRPr sz="1157"/>
            </a:lvl4pPr>
            <a:lvl5pPr marL="1322921" indent="0" algn="ctr">
              <a:buNone/>
              <a:defRPr sz="1157"/>
            </a:lvl5pPr>
            <a:lvl6pPr marL="1653651" indent="0" algn="ctr">
              <a:buNone/>
              <a:defRPr sz="1157"/>
            </a:lvl6pPr>
            <a:lvl7pPr marL="1984381" indent="0" algn="ctr">
              <a:buNone/>
              <a:defRPr sz="1157"/>
            </a:lvl7pPr>
            <a:lvl8pPr marL="2315111" indent="0" algn="ctr">
              <a:buNone/>
              <a:defRPr sz="1157"/>
            </a:lvl8pPr>
            <a:lvl9pPr marL="2645842" indent="0" algn="ctr">
              <a:buNone/>
              <a:defRPr sz="1157"/>
            </a:lvl9pPr>
          </a:lstStyle>
          <a:p>
            <a:r>
              <a:rPr lang="en-US"/>
              <a:t>Click to edit Master subtitle style</a:t>
            </a:r>
            <a:endParaRPr lang="en-FI"/>
          </a:p>
        </p:txBody>
      </p:sp>
      <p:pic>
        <p:nvPicPr>
          <p:cNvPr id="9" name="Picture 8" descr="Logo&#10;&#10;Description automatically generated">
            <a:extLst>
              <a:ext uri="{FF2B5EF4-FFF2-40B4-BE49-F238E27FC236}">
                <a16:creationId xmlns:a16="http://schemas.microsoft.com/office/drawing/2014/main" id="{8ABD6220-69E0-E44E-8A4B-68C4F721F614}"/>
              </a:ext>
            </a:extLst>
          </p:cNvPr>
          <p:cNvPicPr>
            <a:picLocks noChangeAspect="1"/>
          </p:cNvPicPr>
          <p:nvPr/>
        </p:nvPicPr>
        <p:blipFill>
          <a:blip r:embed="rId2"/>
          <a:stretch>
            <a:fillRect/>
          </a:stretch>
        </p:blipFill>
        <p:spPr>
          <a:xfrm>
            <a:off x="2689878" y="1008005"/>
            <a:ext cx="3764247" cy="1468497"/>
          </a:xfrm>
          <a:prstGeom prst="rect">
            <a:avLst/>
          </a:prstGeom>
        </p:spPr>
      </p:pic>
      <p:pic>
        <p:nvPicPr>
          <p:cNvPr id="5" name="Picture 4" descr="Logo&#10;&#10;Description automatically generated">
            <a:extLst>
              <a:ext uri="{FF2B5EF4-FFF2-40B4-BE49-F238E27FC236}">
                <a16:creationId xmlns:a16="http://schemas.microsoft.com/office/drawing/2014/main" id="{78F2E00E-A188-4EA8-A575-F3AE59F0B4BC}"/>
              </a:ext>
            </a:extLst>
          </p:cNvPr>
          <p:cNvPicPr>
            <a:picLocks noChangeAspect="1"/>
          </p:cNvPicPr>
          <p:nvPr userDrawn="1"/>
        </p:nvPicPr>
        <p:blipFill>
          <a:blip r:embed="rId2"/>
          <a:stretch>
            <a:fillRect/>
          </a:stretch>
        </p:blipFill>
        <p:spPr>
          <a:xfrm>
            <a:off x="2689878" y="1008005"/>
            <a:ext cx="3764247" cy="1468497"/>
          </a:xfrm>
          <a:prstGeom prst="rect">
            <a:avLst/>
          </a:prstGeom>
        </p:spPr>
      </p:pic>
    </p:spTree>
    <p:extLst>
      <p:ext uri="{BB962C8B-B14F-4D97-AF65-F5344CB8AC3E}">
        <p14:creationId xmlns:p14="http://schemas.microsoft.com/office/powerpoint/2010/main" val="224705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 big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10C6-4C64-8D4A-AEC8-DD5768108AFB}"/>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3" name="Content Placeholder 2">
            <a:extLst>
              <a:ext uri="{FF2B5EF4-FFF2-40B4-BE49-F238E27FC236}">
                <a16:creationId xmlns:a16="http://schemas.microsoft.com/office/drawing/2014/main" id="{18D05900-84D8-7842-9FB5-73FEE16E5F84}"/>
              </a:ext>
            </a:extLst>
          </p:cNvPr>
          <p:cNvSpPr>
            <a:spLocks noGrp="1"/>
          </p:cNvSpPr>
          <p:nvPr>
            <p:ph idx="1"/>
          </p:nvPr>
        </p:nvSpPr>
        <p:spPr>
          <a:xfrm>
            <a:off x="457200" y="1224000"/>
            <a:ext cx="8229600"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2" name="Picture 11" descr="Logo&#10;&#10;Description automatically generated">
            <a:extLst>
              <a:ext uri="{FF2B5EF4-FFF2-40B4-BE49-F238E27FC236}">
                <a16:creationId xmlns:a16="http://schemas.microsoft.com/office/drawing/2014/main" id="{36D43CD4-1DB2-D94F-914A-F7435D9ECDD9}"/>
              </a:ext>
            </a:extLst>
          </p:cNvPr>
          <p:cNvPicPr>
            <a:picLocks noChangeAspect="1"/>
          </p:cNvPicPr>
          <p:nvPr/>
        </p:nvPicPr>
        <p:blipFill rotWithShape="1">
          <a:blip r:embed="rId2"/>
          <a:srcRect b="-8183"/>
          <a:stretch/>
        </p:blipFill>
        <p:spPr>
          <a:xfrm>
            <a:off x="8345196" y="4723011"/>
            <a:ext cx="670216" cy="283371"/>
          </a:xfrm>
          <a:prstGeom prst="rect">
            <a:avLst/>
          </a:prstGeom>
        </p:spPr>
      </p:pic>
      <p:sp>
        <p:nvSpPr>
          <p:cNvPr id="13" name="Slide Number Placeholder 5">
            <a:extLst>
              <a:ext uri="{FF2B5EF4-FFF2-40B4-BE49-F238E27FC236}">
                <a16:creationId xmlns:a16="http://schemas.microsoft.com/office/drawing/2014/main" id="{F8B31B8B-0A62-0347-8950-71A51BD5664D}"/>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6491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small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D05900-84D8-7842-9FB5-73FEE16E5F84}"/>
              </a:ext>
            </a:extLst>
          </p:cNvPr>
          <p:cNvSpPr>
            <a:spLocks noGrp="1"/>
          </p:cNvSpPr>
          <p:nvPr>
            <p:ph idx="1"/>
          </p:nvPr>
        </p:nvSpPr>
        <p:spPr>
          <a:xfrm>
            <a:off x="457200" y="1224000"/>
            <a:ext cx="8229600" cy="3263504"/>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itle 1">
            <a:extLst>
              <a:ext uri="{FF2B5EF4-FFF2-40B4-BE49-F238E27FC236}">
                <a16:creationId xmlns:a16="http://schemas.microsoft.com/office/drawing/2014/main" id="{3712E02A-CC46-9943-921F-01813BDE426F}"/>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pic>
        <p:nvPicPr>
          <p:cNvPr id="7" name="Picture 6" descr="Logo&#10;&#10;Description automatically generated">
            <a:extLst>
              <a:ext uri="{FF2B5EF4-FFF2-40B4-BE49-F238E27FC236}">
                <a16:creationId xmlns:a16="http://schemas.microsoft.com/office/drawing/2014/main" id="{5C0828B9-EC21-1B46-8D56-713FC3AF273B}"/>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9" name="Slide Number Placeholder 5">
            <a:extLst>
              <a:ext uri="{FF2B5EF4-FFF2-40B4-BE49-F238E27FC236}">
                <a16:creationId xmlns:a16="http://schemas.microsoft.com/office/drawing/2014/main" id="{5C9236C6-A2D4-0E4C-AA2D-93C86B478914}"/>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767230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 big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6EE7E5F-F391-FE47-B9BD-D8238FAD3417}"/>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2" name="Content Placeholder 2">
            <a:extLst>
              <a:ext uri="{FF2B5EF4-FFF2-40B4-BE49-F238E27FC236}">
                <a16:creationId xmlns:a16="http://schemas.microsoft.com/office/drawing/2014/main" id="{A365C63B-1B24-304B-8789-E27E286035AB}"/>
              </a:ext>
            </a:extLst>
          </p:cNvPr>
          <p:cNvSpPr>
            <a:spLocks noGrp="1"/>
          </p:cNvSpPr>
          <p:nvPr>
            <p:ph idx="1"/>
          </p:nvPr>
        </p:nvSpPr>
        <p:spPr>
          <a:xfrm>
            <a:off x="457201" y="1224000"/>
            <a:ext cx="4031999" cy="3263504"/>
          </a:xfrm>
          <a:prstGeom prst="rect">
            <a:avLst/>
          </a:prstGeom>
        </p:spPr>
        <p:txBody>
          <a:bodyPr lIns="25200" tIns="25200" rIns="25200" bIns="25200">
            <a:normAutofit/>
          </a:bodyPr>
          <a:lstStyle>
            <a:lvl1pPr marL="216000" indent="-216000">
              <a:lnSpc>
                <a:spcPct val="100000"/>
              </a:lnSpc>
              <a:spcBef>
                <a:spcPts val="700"/>
              </a:spcBef>
              <a:defRPr sz="20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200">
                <a:solidFill>
                  <a:schemeClr val="accent1"/>
                </a:solidFill>
              </a:defRPr>
            </a:lvl3pPr>
            <a:lvl4pPr marL="1296000" indent="-216000">
              <a:lnSpc>
                <a:spcPct val="100000"/>
              </a:lnSpc>
              <a:spcBef>
                <a:spcPts val="300"/>
              </a:spcBef>
              <a:defRPr sz="105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71F099F8-5840-C248-850E-0A7CF41B998C}"/>
              </a:ext>
            </a:extLst>
          </p:cNvPr>
          <p:cNvSpPr>
            <a:spLocks noGrp="1"/>
          </p:cNvSpPr>
          <p:nvPr>
            <p:ph idx="10"/>
          </p:nvPr>
        </p:nvSpPr>
        <p:spPr>
          <a:xfrm>
            <a:off x="4654802" y="1224000"/>
            <a:ext cx="4031999" cy="3263504"/>
          </a:xfrm>
          <a:prstGeom prst="rect">
            <a:avLst/>
          </a:prstGeom>
        </p:spPr>
        <p:txBody>
          <a:bodyPr lIns="25200" tIns="25200" rIns="25200" bIns="25200">
            <a:normAutofit/>
          </a:bodyPr>
          <a:lstStyle>
            <a:lvl1pPr marL="216000" indent="-216000">
              <a:lnSpc>
                <a:spcPct val="100000"/>
              </a:lnSpc>
              <a:spcBef>
                <a:spcPts val="700"/>
              </a:spcBef>
              <a:defRPr sz="20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200">
                <a:solidFill>
                  <a:schemeClr val="accent1"/>
                </a:solidFill>
              </a:defRPr>
            </a:lvl3pPr>
            <a:lvl4pPr marL="1296000" indent="-216000">
              <a:lnSpc>
                <a:spcPct val="100000"/>
              </a:lnSpc>
              <a:spcBef>
                <a:spcPts val="300"/>
              </a:spcBef>
              <a:defRPr sz="105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5" name="Picture 14" descr="Logo&#10;&#10;Description automatically generated">
            <a:extLst>
              <a:ext uri="{FF2B5EF4-FFF2-40B4-BE49-F238E27FC236}">
                <a16:creationId xmlns:a16="http://schemas.microsoft.com/office/drawing/2014/main" id="{1AA8DBF3-D2E5-594C-8EEE-68075D029949}"/>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DC6A2C6F-8E86-894B-B9E3-80D7559BED76}"/>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410182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mall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3FD9876-4DEF-B04E-A145-C3C2295998B7}"/>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2" name="Content Placeholder 2">
            <a:extLst>
              <a:ext uri="{FF2B5EF4-FFF2-40B4-BE49-F238E27FC236}">
                <a16:creationId xmlns:a16="http://schemas.microsoft.com/office/drawing/2014/main" id="{757E499F-1E27-7A41-B18E-3F2A4FB068FF}"/>
              </a:ext>
            </a:extLst>
          </p:cNvPr>
          <p:cNvSpPr>
            <a:spLocks noGrp="1"/>
          </p:cNvSpPr>
          <p:nvPr>
            <p:ph idx="1"/>
          </p:nvPr>
        </p:nvSpPr>
        <p:spPr>
          <a:xfrm>
            <a:off x="457201" y="1224000"/>
            <a:ext cx="40319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8E26DCDC-87C6-1B49-9970-EA855AE39840}"/>
              </a:ext>
            </a:extLst>
          </p:cNvPr>
          <p:cNvSpPr>
            <a:spLocks noGrp="1"/>
          </p:cNvSpPr>
          <p:nvPr>
            <p:ph idx="10"/>
          </p:nvPr>
        </p:nvSpPr>
        <p:spPr>
          <a:xfrm>
            <a:off x="4654802" y="1224000"/>
            <a:ext cx="40319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 name="Picture 9" descr="Logo&#10;&#10;Description automatically generated">
            <a:extLst>
              <a:ext uri="{FF2B5EF4-FFF2-40B4-BE49-F238E27FC236}">
                <a16:creationId xmlns:a16="http://schemas.microsoft.com/office/drawing/2014/main" id="{7EC78782-5B47-1941-8D1E-035CCA7FEB99}"/>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9AC2CF4B-79A7-4544-8BCD-64C3EE0F6227}"/>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27730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small image - big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5990036" y="-21432"/>
            <a:ext cx="3175396" cy="5197079"/>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757" h="6929438">
                <a:moveTo>
                  <a:pt x="601766" y="0"/>
                </a:moveTo>
                <a:lnTo>
                  <a:pt x="3452299" y="28576"/>
                </a:lnTo>
                <a:cubicBezTo>
                  <a:pt x="3460118" y="2324101"/>
                  <a:pt x="3467938" y="4619626"/>
                  <a:pt x="3475757" y="6915151"/>
                </a:cubicBezTo>
                <a:lnTo>
                  <a:pt x="0" y="6929438"/>
                </a:lnTo>
                <a:cubicBezTo>
                  <a:pt x="791398" y="4048125"/>
                  <a:pt x="639865" y="766762"/>
                  <a:pt x="601766" y="0"/>
                </a:cubicBezTo>
                <a:close/>
              </a:path>
            </a:pathLst>
          </a:custGeom>
          <a:pattFill prst="pct5">
            <a:fgClr>
              <a:schemeClr val="accent1"/>
            </a:fgClr>
            <a:bgClr>
              <a:schemeClr val="bg1"/>
            </a:bgClr>
          </a:pattFill>
        </p:spPr>
        <p:txBody>
          <a:bodyPr/>
          <a:lstStyle/>
          <a:p>
            <a:r>
              <a:rPr lang="en-US"/>
              <a:t>Click icon to add picture</a:t>
            </a:r>
            <a:endParaRPr lang="en-FI" dirty="0"/>
          </a:p>
        </p:txBody>
      </p:sp>
      <p:sp>
        <p:nvSpPr>
          <p:cNvPr id="9" name="Title 1">
            <a:extLst>
              <a:ext uri="{FF2B5EF4-FFF2-40B4-BE49-F238E27FC236}">
                <a16:creationId xmlns:a16="http://schemas.microsoft.com/office/drawing/2014/main" id="{F093BF26-0ED3-E14D-B439-F9E331AEE04A}"/>
              </a:ext>
            </a:extLst>
          </p:cNvPr>
          <p:cNvSpPr>
            <a:spLocks noGrp="1"/>
          </p:cNvSpPr>
          <p:nvPr>
            <p:ph type="title"/>
          </p:nvPr>
        </p:nvSpPr>
        <p:spPr>
          <a:xfrm>
            <a:off x="457200" y="216000"/>
            <a:ext cx="5532836"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8C468A1A-7409-8742-B1F0-A1F8F96D6175}"/>
              </a:ext>
            </a:extLst>
          </p:cNvPr>
          <p:cNvSpPr>
            <a:spLocks noGrp="1"/>
          </p:cNvSpPr>
          <p:nvPr>
            <p:ph idx="1"/>
          </p:nvPr>
        </p:nvSpPr>
        <p:spPr>
          <a:xfrm>
            <a:off x="457201" y="1224000"/>
            <a:ext cx="5532835"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5C2BC96A-8595-3541-974B-1EBDD36487C8}"/>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8" name="Slide Number Placeholder 5">
            <a:extLst>
              <a:ext uri="{FF2B5EF4-FFF2-40B4-BE49-F238E27FC236}">
                <a16:creationId xmlns:a16="http://schemas.microsoft.com/office/drawing/2014/main" id="{BFFC2157-6598-044A-A5BF-45A55033775D}"/>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50169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big image - big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4114802" y="-32146"/>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pattFill prst="pct5">
            <a:fgClr>
              <a:schemeClr val="accent1"/>
            </a:fgClr>
            <a:bgClr>
              <a:schemeClr val="bg1"/>
            </a:bgClr>
          </a:pattFill>
        </p:spPr>
        <p:txBody>
          <a:bodyPr/>
          <a:lstStyle/>
          <a:p>
            <a:r>
              <a:rPr lang="en-US"/>
              <a:t>Click icon to add picture</a:t>
            </a:r>
            <a:endParaRPr lang="en-FI"/>
          </a:p>
        </p:txBody>
      </p:sp>
      <p:sp>
        <p:nvSpPr>
          <p:cNvPr id="9" name="Title 1">
            <a:extLst>
              <a:ext uri="{FF2B5EF4-FFF2-40B4-BE49-F238E27FC236}">
                <a16:creationId xmlns:a16="http://schemas.microsoft.com/office/drawing/2014/main" id="{3DC9E907-EEFD-DA46-BA2D-EF1E973DADB4}"/>
              </a:ext>
            </a:extLst>
          </p:cNvPr>
          <p:cNvSpPr>
            <a:spLocks noGrp="1"/>
          </p:cNvSpPr>
          <p:nvPr>
            <p:ph type="title"/>
          </p:nvPr>
        </p:nvSpPr>
        <p:spPr>
          <a:xfrm>
            <a:off x="457201" y="216000"/>
            <a:ext cx="3657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0" name="Content Placeholder 2">
            <a:extLst>
              <a:ext uri="{FF2B5EF4-FFF2-40B4-BE49-F238E27FC236}">
                <a16:creationId xmlns:a16="http://schemas.microsoft.com/office/drawing/2014/main" id="{06C45495-44D3-F947-A255-1E4F5DE9ABFD}"/>
              </a:ext>
            </a:extLst>
          </p:cNvPr>
          <p:cNvSpPr>
            <a:spLocks noGrp="1"/>
          </p:cNvSpPr>
          <p:nvPr>
            <p:ph idx="1"/>
          </p:nvPr>
        </p:nvSpPr>
        <p:spPr>
          <a:xfrm>
            <a:off x="457201" y="1224000"/>
            <a:ext cx="3657602"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D3E7422C-79FB-6248-B5AE-08F18365ED2D}"/>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2B43A89C-6A01-A747-B836-9E57A73CDBA8}"/>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8849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small image - small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5990036" y="-21432"/>
            <a:ext cx="3175396" cy="5197079"/>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757" h="6929438">
                <a:moveTo>
                  <a:pt x="601766" y="0"/>
                </a:moveTo>
                <a:lnTo>
                  <a:pt x="3452299" y="28576"/>
                </a:lnTo>
                <a:cubicBezTo>
                  <a:pt x="3460118" y="2324101"/>
                  <a:pt x="3467938" y="4619626"/>
                  <a:pt x="3475757" y="6915151"/>
                </a:cubicBezTo>
                <a:lnTo>
                  <a:pt x="0" y="6929438"/>
                </a:lnTo>
                <a:cubicBezTo>
                  <a:pt x="791398" y="4048125"/>
                  <a:pt x="639865" y="766762"/>
                  <a:pt x="601766" y="0"/>
                </a:cubicBezTo>
                <a:close/>
              </a:path>
            </a:pathLst>
          </a:custGeom>
          <a:pattFill prst="pct5">
            <a:fgClr>
              <a:schemeClr val="accent1"/>
            </a:fgClr>
            <a:bgClr>
              <a:schemeClr val="bg1"/>
            </a:bgClr>
          </a:pattFill>
        </p:spPr>
        <p:txBody>
          <a:bodyPr/>
          <a:lstStyle/>
          <a:p>
            <a:r>
              <a:rPr lang="en-US"/>
              <a:t>Click icon to add picture</a:t>
            </a:r>
            <a:endParaRPr lang="en-FI" dirty="0"/>
          </a:p>
        </p:txBody>
      </p:sp>
      <p:sp>
        <p:nvSpPr>
          <p:cNvPr id="10" name="Title 1">
            <a:extLst>
              <a:ext uri="{FF2B5EF4-FFF2-40B4-BE49-F238E27FC236}">
                <a16:creationId xmlns:a16="http://schemas.microsoft.com/office/drawing/2014/main" id="{047EF831-D752-E646-8243-36BABD2B4C0E}"/>
              </a:ext>
            </a:extLst>
          </p:cNvPr>
          <p:cNvSpPr>
            <a:spLocks noGrp="1"/>
          </p:cNvSpPr>
          <p:nvPr>
            <p:ph type="title"/>
          </p:nvPr>
        </p:nvSpPr>
        <p:spPr>
          <a:xfrm>
            <a:off x="457200" y="216000"/>
            <a:ext cx="5532836"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42BDBAD0-B663-3649-AE23-397B7380150C}"/>
              </a:ext>
            </a:extLst>
          </p:cNvPr>
          <p:cNvSpPr>
            <a:spLocks noGrp="1"/>
          </p:cNvSpPr>
          <p:nvPr>
            <p:ph idx="1"/>
          </p:nvPr>
        </p:nvSpPr>
        <p:spPr>
          <a:xfrm>
            <a:off x="457201" y="1224000"/>
            <a:ext cx="5532835"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BA2C3C42-2B46-F34F-A0D1-1DE86F60906E}"/>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5A181FBF-1D90-344B-A3CF-B700D91337E9}"/>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52827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big image - small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4114802" y="-32146"/>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pattFill prst="pct5">
            <a:fgClr>
              <a:schemeClr val="accent1"/>
            </a:fgClr>
            <a:bgClr>
              <a:schemeClr val="bg1"/>
            </a:bgClr>
          </a:pattFill>
        </p:spPr>
        <p:txBody>
          <a:bodyPr/>
          <a:lstStyle/>
          <a:p>
            <a:r>
              <a:rPr lang="en-US"/>
              <a:t>Click icon to add picture</a:t>
            </a:r>
            <a:endParaRPr lang="en-FI"/>
          </a:p>
        </p:txBody>
      </p:sp>
      <p:sp>
        <p:nvSpPr>
          <p:cNvPr id="10" name="Title 1">
            <a:extLst>
              <a:ext uri="{FF2B5EF4-FFF2-40B4-BE49-F238E27FC236}">
                <a16:creationId xmlns:a16="http://schemas.microsoft.com/office/drawing/2014/main" id="{BAC67225-9004-E943-830A-ED3D5EE346F7}"/>
              </a:ext>
            </a:extLst>
          </p:cNvPr>
          <p:cNvSpPr>
            <a:spLocks noGrp="1"/>
          </p:cNvSpPr>
          <p:nvPr>
            <p:ph type="title"/>
          </p:nvPr>
        </p:nvSpPr>
        <p:spPr>
          <a:xfrm>
            <a:off x="457201" y="216000"/>
            <a:ext cx="3657602"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FA0CE721-2BDE-FA48-949B-DEC42BE84369}"/>
              </a:ext>
            </a:extLst>
          </p:cNvPr>
          <p:cNvSpPr>
            <a:spLocks noGrp="1"/>
          </p:cNvSpPr>
          <p:nvPr>
            <p:ph idx="1"/>
          </p:nvPr>
        </p:nvSpPr>
        <p:spPr>
          <a:xfrm>
            <a:off x="457202" y="1224000"/>
            <a:ext cx="36575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Picture 7" descr="Logo&#10;&#10;Description automatically generated">
            <a:extLst>
              <a:ext uri="{FF2B5EF4-FFF2-40B4-BE49-F238E27FC236}">
                <a16:creationId xmlns:a16="http://schemas.microsoft.com/office/drawing/2014/main" id="{39BAFEDA-FA68-8840-A680-6BD361D19E5C}"/>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86FB0115-8238-3947-853A-04347BC5E555}"/>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870241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1D3218-33C9-A44C-B6FC-EB07B7444F22}"/>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pic>
        <p:nvPicPr>
          <p:cNvPr id="9" name="Picture 8" descr="Logo&#10;&#10;Description automatically generated">
            <a:extLst>
              <a:ext uri="{FF2B5EF4-FFF2-40B4-BE49-F238E27FC236}">
                <a16:creationId xmlns:a16="http://schemas.microsoft.com/office/drawing/2014/main" id="{0EDE758D-8D2E-B143-AA2D-2F97331D4DC6}"/>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5" name="Slide Number Placeholder 5">
            <a:extLst>
              <a:ext uri="{FF2B5EF4-FFF2-40B4-BE49-F238E27FC236}">
                <a16:creationId xmlns:a16="http://schemas.microsoft.com/office/drawing/2014/main" id="{F87EDA59-80E2-D94D-A2C3-B1F2FBC97899}"/>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926093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Logo&#10;&#10;Description automatically generated">
            <a:extLst>
              <a:ext uri="{FF2B5EF4-FFF2-40B4-BE49-F238E27FC236}">
                <a16:creationId xmlns:a16="http://schemas.microsoft.com/office/drawing/2014/main" id="{7EAD01C7-3D3F-5847-9DE4-87B704535094}"/>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4" name="Slide Number Placeholder 5">
            <a:extLst>
              <a:ext uri="{FF2B5EF4-FFF2-40B4-BE49-F238E27FC236}">
                <a16:creationId xmlns:a16="http://schemas.microsoft.com/office/drawing/2014/main" id="{CDD5AE47-AC5A-AA42-83BC-776A8794DB48}"/>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005481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Caption - big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CD9F-0991-A947-A856-494CE4602027}"/>
              </a:ext>
            </a:extLst>
          </p:cNvPr>
          <p:cNvSpPr>
            <a:spLocks noGrp="1"/>
          </p:cNvSpPr>
          <p:nvPr>
            <p:ph type="title"/>
          </p:nvPr>
        </p:nvSpPr>
        <p:spPr>
          <a:xfrm>
            <a:off x="629841" y="342900"/>
            <a:ext cx="2949178" cy="1200150"/>
          </a:xfrm>
          <a:prstGeom prst="rect">
            <a:avLst/>
          </a:prstGeom>
        </p:spPr>
        <p:txBody>
          <a:bodyPr anchor="b">
            <a:normAutofit/>
          </a:bodyPr>
          <a:lstStyle>
            <a:lvl1pPr>
              <a:defRPr sz="2400"/>
            </a:lvl1pPr>
          </a:lstStyle>
          <a:p>
            <a:r>
              <a:rPr lang="en-US"/>
              <a:t>Click to edit Master title style</a:t>
            </a:r>
            <a:endParaRPr lang="en-FI" dirty="0"/>
          </a:p>
        </p:txBody>
      </p:sp>
      <p:sp>
        <p:nvSpPr>
          <p:cNvPr id="4" name="Text Placeholder 3">
            <a:extLst>
              <a:ext uri="{FF2B5EF4-FFF2-40B4-BE49-F238E27FC236}">
                <a16:creationId xmlns:a16="http://schemas.microsoft.com/office/drawing/2014/main" id="{B197E715-2D76-8348-ABC0-F283EC3F2A87}"/>
              </a:ext>
            </a:extLst>
          </p:cNvPr>
          <p:cNvSpPr>
            <a:spLocks noGrp="1"/>
          </p:cNvSpPr>
          <p:nvPr>
            <p:ph type="body" sz="half" idx="2"/>
          </p:nvPr>
        </p:nvSpPr>
        <p:spPr>
          <a:xfrm>
            <a:off x="629841" y="1543052"/>
            <a:ext cx="2949178" cy="2858691"/>
          </a:xfrm>
          <a:prstGeom prst="rect">
            <a:avLst/>
          </a:prstGeom>
        </p:spPr>
        <p:txBody>
          <a:bodyPr/>
          <a:lstStyle>
            <a:lvl1pPr marL="0" indent="0">
              <a:buNone/>
              <a:defRPr sz="1157">
                <a:solidFill>
                  <a:schemeClr val="accent1"/>
                </a:solidFill>
              </a:defRPr>
            </a:lvl1pPr>
            <a:lvl2pPr marL="330731" indent="0">
              <a:buNone/>
              <a:defRPr sz="1013"/>
            </a:lvl2pPr>
            <a:lvl3pPr marL="661460" indent="0">
              <a:buNone/>
              <a:defRPr sz="868"/>
            </a:lvl3pPr>
            <a:lvl4pPr marL="992191" indent="0">
              <a:buNone/>
              <a:defRPr sz="723"/>
            </a:lvl4pPr>
            <a:lvl5pPr marL="1322921" indent="0">
              <a:buNone/>
              <a:defRPr sz="723"/>
            </a:lvl5pPr>
            <a:lvl6pPr marL="1653651" indent="0">
              <a:buNone/>
              <a:defRPr sz="723"/>
            </a:lvl6pPr>
            <a:lvl7pPr marL="1984381" indent="0">
              <a:buNone/>
              <a:defRPr sz="723"/>
            </a:lvl7pPr>
            <a:lvl8pPr marL="2315111" indent="0">
              <a:buNone/>
              <a:defRPr sz="723"/>
            </a:lvl8pPr>
            <a:lvl9pPr marL="2645842" indent="0">
              <a:buNone/>
              <a:defRPr sz="723"/>
            </a:lvl9pPr>
          </a:lstStyle>
          <a:p>
            <a:pPr lvl="0"/>
            <a:r>
              <a:rPr lang="en-US"/>
              <a:t>Click to edit Master text styles</a:t>
            </a:r>
          </a:p>
        </p:txBody>
      </p:sp>
      <p:sp>
        <p:nvSpPr>
          <p:cNvPr id="11" name="Content Placeholder 2">
            <a:extLst>
              <a:ext uri="{FF2B5EF4-FFF2-40B4-BE49-F238E27FC236}">
                <a16:creationId xmlns:a16="http://schemas.microsoft.com/office/drawing/2014/main" id="{640D77A3-7EC7-A044-B001-0F2B8FCBBA72}"/>
              </a:ext>
            </a:extLst>
          </p:cNvPr>
          <p:cNvSpPr>
            <a:spLocks noGrp="1"/>
          </p:cNvSpPr>
          <p:nvPr>
            <p:ph idx="10"/>
          </p:nvPr>
        </p:nvSpPr>
        <p:spPr>
          <a:xfrm>
            <a:off x="3887392" y="740569"/>
            <a:ext cx="4626768" cy="3661172"/>
          </a:xfrm>
          <a:prstGeom prst="rect">
            <a:avLst/>
          </a:prstGeom>
        </p:spPr>
        <p:txBody>
          <a:bodyPr>
            <a:normAutofit/>
          </a:bodyPr>
          <a:lstStyle>
            <a:lvl1pPr>
              <a:spcBef>
                <a:spcPts val="600"/>
              </a:spcBef>
              <a:defRPr sz="2200">
                <a:solidFill>
                  <a:schemeClr val="accent1"/>
                </a:solidFill>
              </a:defRPr>
            </a:lvl1pPr>
            <a:lvl2pPr>
              <a:defRPr sz="1600">
                <a:solidFill>
                  <a:schemeClr val="accent1"/>
                </a:solidFill>
              </a:defRPr>
            </a:lvl2pPr>
            <a:lvl3pPr>
              <a:defRPr sz="1400">
                <a:solidFill>
                  <a:schemeClr val="accent1"/>
                </a:solidFill>
              </a:defRPr>
            </a:lvl3pPr>
            <a:lvl4pPr>
              <a:defRPr sz="1100">
                <a:solidFill>
                  <a:schemeClr val="accent1"/>
                </a:solidFill>
              </a:defRPr>
            </a:lvl4pPr>
            <a:lvl5pPr>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 name="Picture 9" descr="Logo&#10;&#10;Description automatically generated">
            <a:extLst>
              <a:ext uri="{FF2B5EF4-FFF2-40B4-BE49-F238E27FC236}">
                <a16:creationId xmlns:a16="http://schemas.microsoft.com/office/drawing/2014/main" id="{22C22F55-F313-234F-B67F-6B66EBF8FA5A}"/>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132552A7-AA20-DB47-88DA-6B83B6D359DB}"/>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044056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Caption - smal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CD9F-0991-A947-A856-494CE4602027}"/>
              </a:ext>
            </a:extLst>
          </p:cNvPr>
          <p:cNvSpPr>
            <a:spLocks noGrp="1"/>
          </p:cNvSpPr>
          <p:nvPr>
            <p:ph type="title"/>
          </p:nvPr>
        </p:nvSpPr>
        <p:spPr>
          <a:xfrm>
            <a:off x="629841" y="342900"/>
            <a:ext cx="2949178" cy="1200150"/>
          </a:xfrm>
          <a:prstGeom prst="rect">
            <a:avLst/>
          </a:prstGeom>
        </p:spPr>
        <p:txBody>
          <a:bodyPr anchor="b">
            <a:normAutofit/>
          </a:bodyPr>
          <a:lstStyle>
            <a:lvl1pPr>
              <a:defRPr sz="2400"/>
            </a:lvl1pPr>
          </a:lstStyle>
          <a:p>
            <a:r>
              <a:rPr lang="en-US"/>
              <a:t>Click to edit Master title style</a:t>
            </a:r>
            <a:endParaRPr lang="en-FI" dirty="0"/>
          </a:p>
        </p:txBody>
      </p:sp>
      <p:sp>
        <p:nvSpPr>
          <p:cNvPr id="4" name="Text Placeholder 3">
            <a:extLst>
              <a:ext uri="{FF2B5EF4-FFF2-40B4-BE49-F238E27FC236}">
                <a16:creationId xmlns:a16="http://schemas.microsoft.com/office/drawing/2014/main" id="{B197E715-2D76-8348-ABC0-F283EC3F2A87}"/>
              </a:ext>
            </a:extLst>
          </p:cNvPr>
          <p:cNvSpPr>
            <a:spLocks noGrp="1"/>
          </p:cNvSpPr>
          <p:nvPr>
            <p:ph type="body" sz="half" idx="2"/>
          </p:nvPr>
        </p:nvSpPr>
        <p:spPr>
          <a:xfrm>
            <a:off x="629841" y="1543052"/>
            <a:ext cx="2949178" cy="2858691"/>
          </a:xfrm>
          <a:prstGeom prst="rect">
            <a:avLst/>
          </a:prstGeom>
        </p:spPr>
        <p:txBody>
          <a:bodyPr/>
          <a:lstStyle>
            <a:lvl1pPr marL="0" indent="0">
              <a:buNone/>
              <a:defRPr sz="1157">
                <a:solidFill>
                  <a:schemeClr val="accent1"/>
                </a:solidFill>
              </a:defRPr>
            </a:lvl1pPr>
            <a:lvl2pPr marL="330731" indent="0">
              <a:buNone/>
              <a:defRPr sz="1013"/>
            </a:lvl2pPr>
            <a:lvl3pPr marL="661460" indent="0">
              <a:buNone/>
              <a:defRPr sz="868"/>
            </a:lvl3pPr>
            <a:lvl4pPr marL="992191" indent="0">
              <a:buNone/>
              <a:defRPr sz="723"/>
            </a:lvl4pPr>
            <a:lvl5pPr marL="1322921" indent="0">
              <a:buNone/>
              <a:defRPr sz="723"/>
            </a:lvl5pPr>
            <a:lvl6pPr marL="1653651" indent="0">
              <a:buNone/>
              <a:defRPr sz="723"/>
            </a:lvl6pPr>
            <a:lvl7pPr marL="1984381" indent="0">
              <a:buNone/>
              <a:defRPr sz="723"/>
            </a:lvl7pPr>
            <a:lvl8pPr marL="2315111" indent="0">
              <a:buNone/>
              <a:defRPr sz="723"/>
            </a:lvl8pPr>
            <a:lvl9pPr marL="2645842" indent="0">
              <a:buNone/>
              <a:defRPr sz="723"/>
            </a:lvl9pPr>
          </a:lstStyle>
          <a:p>
            <a:pPr lvl="0"/>
            <a:r>
              <a:rPr lang="en-US"/>
              <a:t>Click to edit Master text styles</a:t>
            </a:r>
          </a:p>
        </p:txBody>
      </p:sp>
      <p:sp>
        <p:nvSpPr>
          <p:cNvPr id="10" name="Content Placeholder 2">
            <a:extLst>
              <a:ext uri="{FF2B5EF4-FFF2-40B4-BE49-F238E27FC236}">
                <a16:creationId xmlns:a16="http://schemas.microsoft.com/office/drawing/2014/main" id="{D1C5D084-BACE-374A-BD47-599A41C3FB8A}"/>
              </a:ext>
            </a:extLst>
          </p:cNvPr>
          <p:cNvSpPr>
            <a:spLocks noGrp="1"/>
          </p:cNvSpPr>
          <p:nvPr>
            <p:ph sz="half" idx="10"/>
          </p:nvPr>
        </p:nvSpPr>
        <p:spPr>
          <a:xfrm>
            <a:off x="3887392" y="740570"/>
            <a:ext cx="4626768" cy="3655219"/>
          </a:xfrm>
          <a:prstGeom prst="rect">
            <a:avLst/>
          </a:prstGeom>
        </p:spPr>
        <p:txBody>
          <a:bodyPr/>
          <a:lstStyle>
            <a:lvl1pPr>
              <a:spcBef>
                <a:spcPts val="400"/>
              </a:spcBef>
              <a:defRPr sz="1600">
                <a:solidFill>
                  <a:schemeClr val="accent1"/>
                </a:solidFill>
              </a:defRPr>
            </a:lvl1pPr>
            <a:lvl2pPr>
              <a:defRPr sz="1300">
                <a:solidFill>
                  <a:schemeClr val="accent1"/>
                </a:solidFill>
              </a:defRPr>
            </a:lvl2pPr>
            <a:lvl3pPr>
              <a:spcBef>
                <a:spcPts val="200"/>
              </a:spcBef>
              <a:defRPr sz="1050">
                <a:solidFill>
                  <a:schemeClr val="accent1"/>
                </a:solidFill>
              </a:defRPr>
            </a:lvl3pPr>
            <a:lvl4pPr>
              <a:spcBef>
                <a:spcPts val="200"/>
              </a:spcBef>
              <a:defRPr sz="900">
                <a:solidFill>
                  <a:schemeClr val="accent1"/>
                </a:solidFill>
              </a:defRPr>
            </a:lvl4pPr>
            <a:lvl5pPr>
              <a:spcBef>
                <a:spcPts val="200"/>
              </a:spcBef>
              <a:defRPr sz="800">
                <a:solidFill>
                  <a:schemeClr val="accent1"/>
                </a:solidFill>
              </a:defRPr>
            </a:lvl5pPr>
            <a:lvl6pPr>
              <a:buClr>
                <a:schemeClr val="accent3">
                  <a:lumMod val="60000"/>
                  <a:lumOff val="40000"/>
                </a:schemeClr>
              </a:buClr>
              <a:defRPr sz="868"/>
            </a:lvl6pPr>
            <a:lvl7pPr>
              <a:buClr>
                <a:schemeClr val="accent3">
                  <a:lumMod val="60000"/>
                  <a:lumOff val="40000"/>
                </a:schemeClr>
              </a:buClr>
              <a:defRPr sz="796"/>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pic>
        <p:nvPicPr>
          <p:cNvPr id="11" name="Picture 10" descr="Logo&#10;&#10;Description automatically generated">
            <a:extLst>
              <a:ext uri="{FF2B5EF4-FFF2-40B4-BE49-F238E27FC236}">
                <a16:creationId xmlns:a16="http://schemas.microsoft.com/office/drawing/2014/main" id="{F8CF378E-28CB-EC44-8EEB-1673FA0C018B}"/>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B65801F8-A679-FE45-830B-A4C6C7A9E5F8}"/>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664381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slide with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642148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nd slide with Missio f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131707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End slide with Missio e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2376453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2964780"/>
            <a:ext cx="6858001" cy="696119"/>
          </a:xfrm>
          <a:prstGeom prst="rect">
            <a:avLst/>
          </a:prstGeom>
        </p:spPr>
        <p:txBody>
          <a:bodyPr anchor="b" anchorCtr="0">
            <a:normAutofit/>
          </a:bodyPr>
          <a:lstStyle>
            <a:lvl1pPr algn="ctr">
              <a:defRPr sz="3906" b="0"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FI" dirty="0"/>
          </a:p>
        </p:txBody>
      </p:sp>
      <p:sp>
        <p:nvSpPr>
          <p:cNvPr id="3" name="Subtitle 2">
            <a:extLst>
              <a:ext uri="{FF2B5EF4-FFF2-40B4-BE49-F238E27FC236}">
                <a16:creationId xmlns:a16="http://schemas.microsoft.com/office/drawing/2014/main" id="{1AAF4ED8-25C8-464C-8F60-394ACF43E154}"/>
              </a:ext>
            </a:extLst>
          </p:cNvPr>
          <p:cNvSpPr>
            <a:spLocks noGrp="1"/>
          </p:cNvSpPr>
          <p:nvPr>
            <p:ph type="subTitle" idx="1"/>
          </p:nvPr>
        </p:nvSpPr>
        <p:spPr>
          <a:xfrm>
            <a:off x="1143001" y="3789089"/>
            <a:ext cx="6858001" cy="696119"/>
          </a:xfrm>
          <a:prstGeom prst="rect">
            <a:avLst/>
          </a:prstGeom>
        </p:spPr>
        <p:txBody>
          <a:bodyPr>
            <a:normAutofit/>
          </a:bodyPr>
          <a:lstStyle>
            <a:lvl1pPr marL="0" indent="0" algn="ctr">
              <a:buNone/>
              <a:defRPr sz="1447">
                <a:solidFill>
                  <a:schemeClr val="bg2">
                    <a:lumMod val="50000"/>
                  </a:schemeClr>
                </a:solidFill>
              </a:defRPr>
            </a:lvl1pPr>
            <a:lvl2pPr marL="330731" indent="0" algn="ctr">
              <a:buNone/>
              <a:defRPr sz="1447"/>
            </a:lvl2pPr>
            <a:lvl3pPr marL="661460" indent="0" algn="ctr">
              <a:buNone/>
              <a:defRPr sz="1302"/>
            </a:lvl3pPr>
            <a:lvl4pPr marL="992191" indent="0" algn="ctr">
              <a:buNone/>
              <a:defRPr sz="1157"/>
            </a:lvl4pPr>
            <a:lvl5pPr marL="1322921" indent="0" algn="ctr">
              <a:buNone/>
              <a:defRPr sz="1157"/>
            </a:lvl5pPr>
            <a:lvl6pPr marL="1653651" indent="0" algn="ctr">
              <a:buNone/>
              <a:defRPr sz="1157"/>
            </a:lvl6pPr>
            <a:lvl7pPr marL="1984381" indent="0" algn="ctr">
              <a:buNone/>
              <a:defRPr sz="1157"/>
            </a:lvl7pPr>
            <a:lvl8pPr marL="2315111" indent="0" algn="ctr">
              <a:buNone/>
              <a:defRPr sz="1157"/>
            </a:lvl8pPr>
            <a:lvl9pPr marL="2645842" indent="0" algn="ctr">
              <a:buNone/>
              <a:defRPr sz="1157"/>
            </a:lvl9pPr>
          </a:lstStyle>
          <a:p>
            <a:r>
              <a:rPr lang="en-US"/>
              <a:t>Click to edit Master subtitle style</a:t>
            </a:r>
            <a:endParaRPr lang="en-FI"/>
          </a:p>
        </p:txBody>
      </p:sp>
      <p:pic>
        <p:nvPicPr>
          <p:cNvPr id="9" name="Picture 8" descr="Logo&#10;&#10;Description automatically generated">
            <a:extLst>
              <a:ext uri="{FF2B5EF4-FFF2-40B4-BE49-F238E27FC236}">
                <a16:creationId xmlns:a16="http://schemas.microsoft.com/office/drawing/2014/main" id="{8ABD6220-69E0-E44E-8A4B-68C4F721F614}"/>
              </a:ext>
            </a:extLst>
          </p:cNvPr>
          <p:cNvPicPr>
            <a:picLocks noChangeAspect="1"/>
          </p:cNvPicPr>
          <p:nvPr/>
        </p:nvPicPr>
        <p:blipFill>
          <a:blip r:embed="rId2"/>
          <a:stretch>
            <a:fillRect/>
          </a:stretch>
        </p:blipFill>
        <p:spPr>
          <a:xfrm>
            <a:off x="2689878" y="1008005"/>
            <a:ext cx="3764247" cy="1468497"/>
          </a:xfrm>
          <a:prstGeom prst="rect">
            <a:avLst/>
          </a:prstGeom>
        </p:spPr>
      </p:pic>
      <p:pic>
        <p:nvPicPr>
          <p:cNvPr id="5" name="Picture 4" descr="Logo&#10;&#10;Description automatically generated">
            <a:extLst>
              <a:ext uri="{FF2B5EF4-FFF2-40B4-BE49-F238E27FC236}">
                <a16:creationId xmlns:a16="http://schemas.microsoft.com/office/drawing/2014/main" id="{78F2E00E-A188-4EA8-A575-F3AE59F0B4BC}"/>
              </a:ext>
            </a:extLst>
          </p:cNvPr>
          <p:cNvPicPr>
            <a:picLocks noChangeAspect="1"/>
          </p:cNvPicPr>
          <p:nvPr userDrawn="1"/>
        </p:nvPicPr>
        <p:blipFill>
          <a:blip r:embed="rId2"/>
          <a:stretch>
            <a:fillRect/>
          </a:stretch>
        </p:blipFill>
        <p:spPr>
          <a:xfrm>
            <a:off x="2689878" y="1008005"/>
            <a:ext cx="3764247" cy="1468497"/>
          </a:xfrm>
          <a:prstGeom prst="rect">
            <a:avLst/>
          </a:prstGeom>
        </p:spPr>
      </p:pic>
    </p:spTree>
    <p:extLst>
      <p:ext uri="{BB962C8B-B14F-4D97-AF65-F5344CB8AC3E}">
        <p14:creationId xmlns:p14="http://schemas.microsoft.com/office/powerpoint/2010/main" val="39485306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 big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10C6-4C64-8D4A-AEC8-DD5768108AFB}"/>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3" name="Content Placeholder 2">
            <a:extLst>
              <a:ext uri="{FF2B5EF4-FFF2-40B4-BE49-F238E27FC236}">
                <a16:creationId xmlns:a16="http://schemas.microsoft.com/office/drawing/2014/main" id="{18D05900-84D8-7842-9FB5-73FEE16E5F84}"/>
              </a:ext>
            </a:extLst>
          </p:cNvPr>
          <p:cNvSpPr>
            <a:spLocks noGrp="1"/>
          </p:cNvSpPr>
          <p:nvPr>
            <p:ph idx="1"/>
          </p:nvPr>
        </p:nvSpPr>
        <p:spPr>
          <a:xfrm>
            <a:off x="457200" y="1224000"/>
            <a:ext cx="8229600"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2" name="Picture 11" descr="Logo&#10;&#10;Description automatically generated">
            <a:extLst>
              <a:ext uri="{FF2B5EF4-FFF2-40B4-BE49-F238E27FC236}">
                <a16:creationId xmlns:a16="http://schemas.microsoft.com/office/drawing/2014/main" id="{36D43CD4-1DB2-D94F-914A-F7435D9ECDD9}"/>
              </a:ext>
            </a:extLst>
          </p:cNvPr>
          <p:cNvPicPr>
            <a:picLocks noChangeAspect="1"/>
          </p:cNvPicPr>
          <p:nvPr/>
        </p:nvPicPr>
        <p:blipFill rotWithShape="1">
          <a:blip r:embed="rId2"/>
          <a:srcRect b="-8183"/>
          <a:stretch/>
        </p:blipFill>
        <p:spPr>
          <a:xfrm>
            <a:off x="8345196" y="4723011"/>
            <a:ext cx="670216" cy="283371"/>
          </a:xfrm>
          <a:prstGeom prst="rect">
            <a:avLst/>
          </a:prstGeom>
        </p:spPr>
      </p:pic>
      <p:sp>
        <p:nvSpPr>
          <p:cNvPr id="13" name="Slide Number Placeholder 5">
            <a:extLst>
              <a:ext uri="{FF2B5EF4-FFF2-40B4-BE49-F238E27FC236}">
                <a16:creationId xmlns:a16="http://schemas.microsoft.com/office/drawing/2014/main" id="{F8B31B8B-0A62-0347-8950-71A51BD5664D}"/>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5098599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 small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D05900-84D8-7842-9FB5-73FEE16E5F84}"/>
              </a:ext>
            </a:extLst>
          </p:cNvPr>
          <p:cNvSpPr>
            <a:spLocks noGrp="1"/>
          </p:cNvSpPr>
          <p:nvPr>
            <p:ph idx="1"/>
          </p:nvPr>
        </p:nvSpPr>
        <p:spPr>
          <a:xfrm>
            <a:off x="457200" y="1224000"/>
            <a:ext cx="8229600" cy="3263504"/>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itle 1">
            <a:extLst>
              <a:ext uri="{FF2B5EF4-FFF2-40B4-BE49-F238E27FC236}">
                <a16:creationId xmlns:a16="http://schemas.microsoft.com/office/drawing/2014/main" id="{3712E02A-CC46-9943-921F-01813BDE426F}"/>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pic>
        <p:nvPicPr>
          <p:cNvPr id="7" name="Picture 6" descr="Logo&#10;&#10;Description automatically generated">
            <a:extLst>
              <a:ext uri="{FF2B5EF4-FFF2-40B4-BE49-F238E27FC236}">
                <a16:creationId xmlns:a16="http://schemas.microsoft.com/office/drawing/2014/main" id="{5C0828B9-EC21-1B46-8D56-713FC3AF273B}"/>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9" name="Slide Number Placeholder 5">
            <a:extLst>
              <a:ext uri="{FF2B5EF4-FFF2-40B4-BE49-F238E27FC236}">
                <a16:creationId xmlns:a16="http://schemas.microsoft.com/office/drawing/2014/main" id="{5C9236C6-A2D4-0E4C-AA2D-93C86B478914}"/>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25302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 big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6EE7E5F-F391-FE47-B9BD-D8238FAD3417}"/>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2" name="Content Placeholder 2">
            <a:extLst>
              <a:ext uri="{FF2B5EF4-FFF2-40B4-BE49-F238E27FC236}">
                <a16:creationId xmlns:a16="http://schemas.microsoft.com/office/drawing/2014/main" id="{A365C63B-1B24-304B-8789-E27E286035AB}"/>
              </a:ext>
            </a:extLst>
          </p:cNvPr>
          <p:cNvSpPr>
            <a:spLocks noGrp="1"/>
          </p:cNvSpPr>
          <p:nvPr>
            <p:ph idx="1"/>
          </p:nvPr>
        </p:nvSpPr>
        <p:spPr>
          <a:xfrm>
            <a:off x="457201" y="1224000"/>
            <a:ext cx="4031999" cy="3263504"/>
          </a:xfrm>
          <a:prstGeom prst="rect">
            <a:avLst/>
          </a:prstGeom>
        </p:spPr>
        <p:txBody>
          <a:bodyPr lIns="25200" tIns="25200" rIns="25200" bIns="25200">
            <a:normAutofit/>
          </a:bodyPr>
          <a:lstStyle>
            <a:lvl1pPr marL="216000" indent="-216000">
              <a:lnSpc>
                <a:spcPct val="100000"/>
              </a:lnSpc>
              <a:spcBef>
                <a:spcPts val="700"/>
              </a:spcBef>
              <a:defRPr sz="20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200">
                <a:solidFill>
                  <a:schemeClr val="accent1"/>
                </a:solidFill>
              </a:defRPr>
            </a:lvl3pPr>
            <a:lvl4pPr marL="1296000" indent="-216000">
              <a:lnSpc>
                <a:spcPct val="100000"/>
              </a:lnSpc>
              <a:spcBef>
                <a:spcPts val="300"/>
              </a:spcBef>
              <a:defRPr sz="105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71F099F8-5840-C248-850E-0A7CF41B998C}"/>
              </a:ext>
            </a:extLst>
          </p:cNvPr>
          <p:cNvSpPr>
            <a:spLocks noGrp="1"/>
          </p:cNvSpPr>
          <p:nvPr>
            <p:ph idx="10"/>
          </p:nvPr>
        </p:nvSpPr>
        <p:spPr>
          <a:xfrm>
            <a:off x="4654802" y="1224000"/>
            <a:ext cx="4031999" cy="3263504"/>
          </a:xfrm>
          <a:prstGeom prst="rect">
            <a:avLst/>
          </a:prstGeom>
        </p:spPr>
        <p:txBody>
          <a:bodyPr lIns="25200" tIns="25200" rIns="25200" bIns="25200">
            <a:normAutofit/>
          </a:bodyPr>
          <a:lstStyle>
            <a:lvl1pPr marL="216000" indent="-216000">
              <a:lnSpc>
                <a:spcPct val="100000"/>
              </a:lnSpc>
              <a:spcBef>
                <a:spcPts val="700"/>
              </a:spcBef>
              <a:defRPr sz="20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200">
                <a:solidFill>
                  <a:schemeClr val="accent1"/>
                </a:solidFill>
              </a:defRPr>
            </a:lvl3pPr>
            <a:lvl4pPr marL="1296000" indent="-216000">
              <a:lnSpc>
                <a:spcPct val="100000"/>
              </a:lnSpc>
              <a:spcBef>
                <a:spcPts val="300"/>
              </a:spcBef>
              <a:defRPr sz="105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5" name="Picture 14" descr="Logo&#10;&#10;Description automatically generated">
            <a:extLst>
              <a:ext uri="{FF2B5EF4-FFF2-40B4-BE49-F238E27FC236}">
                <a16:creationId xmlns:a16="http://schemas.microsoft.com/office/drawing/2014/main" id="{1AA8DBF3-D2E5-594C-8EEE-68075D029949}"/>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DC6A2C6F-8E86-894B-B9E3-80D7559BED76}"/>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2860344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 small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3FD9876-4DEF-B04E-A145-C3C2295998B7}"/>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2" name="Content Placeholder 2">
            <a:extLst>
              <a:ext uri="{FF2B5EF4-FFF2-40B4-BE49-F238E27FC236}">
                <a16:creationId xmlns:a16="http://schemas.microsoft.com/office/drawing/2014/main" id="{757E499F-1E27-7A41-B18E-3F2A4FB068FF}"/>
              </a:ext>
            </a:extLst>
          </p:cNvPr>
          <p:cNvSpPr>
            <a:spLocks noGrp="1"/>
          </p:cNvSpPr>
          <p:nvPr>
            <p:ph idx="1"/>
          </p:nvPr>
        </p:nvSpPr>
        <p:spPr>
          <a:xfrm>
            <a:off x="457201" y="1224000"/>
            <a:ext cx="40319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8E26DCDC-87C6-1B49-9970-EA855AE39840}"/>
              </a:ext>
            </a:extLst>
          </p:cNvPr>
          <p:cNvSpPr>
            <a:spLocks noGrp="1"/>
          </p:cNvSpPr>
          <p:nvPr>
            <p:ph idx="10"/>
          </p:nvPr>
        </p:nvSpPr>
        <p:spPr>
          <a:xfrm>
            <a:off x="4654802" y="1224000"/>
            <a:ext cx="40319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 name="Picture 9" descr="Logo&#10;&#10;Description automatically generated">
            <a:extLst>
              <a:ext uri="{FF2B5EF4-FFF2-40B4-BE49-F238E27FC236}">
                <a16:creationId xmlns:a16="http://schemas.microsoft.com/office/drawing/2014/main" id="{7EC78782-5B47-1941-8D1E-035CCA7FEB99}"/>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9AC2CF4B-79A7-4544-8BCD-64C3EE0F6227}"/>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8562992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small image - big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5990036" y="-21432"/>
            <a:ext cx="3175396" cy="5197079"/>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757" h="6929438">
                <a:moveTo>
                  <a:pt x="601766" y="0"/>
                </a:moveTo>
                <a:lnTo>
                  <a:pt x="3452299" y="28576"/>
                </a:lnTo>
                <a:cubicBezTo>
                  <a:pt x="3460118" y="2324101"/>
                  <a:pt x="3467938" y="4619626"/>
                  <a:pt x="3475757" y="6915151"/>
                </a:cubicBezTo>
                <a:lnTo>
                  <a:pt x="0" y="6929438"/>
                </a:lnTo>
                <a:cubicBezTo>
                  <a:pt x="791398" y="4048125"/>
                  <a:pt x="639865" y="766762"/>
                  <a:pt x="601766" y="0"/>
                </a:cubicBezTo>
                <a:close/>
              </a:path>
            </a:pathLst>
          </a:custGeom>
          <a:pattFill prst="pct5">
            <a:fgClr>
              <a:schemeClr val="accent1"/>
            </a:fgClr>
            <a:bgClr>
              <a:schemeClr val="bg1"/>
            </a:bgClr>
          </a:pattFill>
        </p:spPr>
        <p:txBody>
          <a:bodyPr/>
          <a:lstStyle/>
          <a:p>
            <a:r>
              <a:rPr lang="en-US"/>
              <a:t>Click icon to add picture</a:t>
            </a:r>
            <a:endParaRPr lang="en-FI" dirty="0"/>
          </a:p>
        </p:txBody>
      </p:sp>
      <p:sp>
        <p:nvSpPr>
          <p:cNvPr id="9" name="Title 1">
            <a:extLst>
              <a:ext uri="{FF2B5EF4-FFF2-40B4-BE49-F238E27FC236}">
                <a16:creationId xmlns:a16="http://schemas.microsoft.com/office/drawing/2014/main" id="{F093BF26-0ED3-E14D-B439-F9E331AEE04A}"/>
              </a:ext>
            </a:extLst>
          </p:cNvPr>
          <p:cNvSpPr>
            <a:spLocks noGrp="1"/>
          </p:cNvSpPr>
          <p:nvPr>
            <p:ph type="title"/>
          </p:nvPr>
        </p:nvSpPr>
        <p:spPr>
          <a:xfrm>
            <a:off x="457200" y="216000"/>
            <a:ext cx="5532836"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8C468A1A-7409-8742-B1F0-A1F8F96D6175}"/>
              </a:ext>
            </a:extLst>
          </p:cNvPr>
          <p:cNvSpPr>
            <a:spLocks noGrp="1"/>
          </p:cNvSpPr>
          <p:nvPr>
            <p:ph idx="1"/>
          </p:nvPr>
        </p:nvSpPr>
        <p:spPr>
          <a:xfrm>
            <a:off x="457201" y="1224000"/>
            <a:ext cx="5532835"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5C2BC96A-8595-3541-974B-1EBDD36487C8}"/>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8" name="Slide Number Placeholder 5">
            <a:extLst>
              <a:ext uri="{FF2B5EF4-FFF2-40B4-BE49-F238E27FC236}">
                <a16:creationId xmlns:a16="http://schemas.microsoft.com/office/drawing/2014/main" id="{BFFC2157-6598-044A-A5BF-45A55033775D}"/>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676232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big image - big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4114802" y="-32146"/>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pattFill prst="pct5">
            <a:fgClr>
              <a:schemeClr val="accent1"/>
            </a:fgClr>
            <a:bgClr>
              <a:schemeClr val="bg1"/>
            </a:bgClr>
          </a:pattFill>
        </p:spPr>
        <p:txBody>
          <a:bodyPr/>
          <a:lstStyle/>
          <a:p>
            <a:r>
              <a:rPr lang="en-US"/>
              <a:t>Click icon to add picture</a:t>
            </a:r>
            <a:endParaRPr lang="en-FI"/>
          </a:p>
        </p:txBody>
      </p:sp>
      <p:sp>
        <p:nvSpPr>
          <p:cNvPr id="9" name="Title 1">
            <a:extLst>
              <a:ext uri="{FF2B5EF4-FFF2-40B4-BE49-F238E27FC236}">
                <a16:creationId xmlns:a16="http://schemas.microsoft.com/office/drawing/2014/main" id="{3DC9E907-EEFD-DA46-BA2D-EF1E973DADB4}"/>
              </a:ext>
            </a:extLst>
          </p:cNvPr>
          <p:cNvSpPr>
            <a:spLocks noGrp="1"/>
          </p:cNvSpPr>
          <p:nvPr>
            <p:ph type="title"/>
          </p:nvPr>
        </p:nvSpPr>
        <p:spPr>
          <a:xfrm>
            <a:off x="457201" y="216000"/>
            <a:ext cx="3657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0" name="Content Placeholder 2">
            <a:extLst>
              <a:ext uri="{FF2B5EF4-FFF2-40B4-BE49-F238E27FC236}">
                <a16:creationId xmlns:a16="http://schemas.microsoft.com/office/drawing/2014/main" id="{06C45495-44D3-F947-A255-1E4F5DE9ABFD}"/>
              </a:ext>
            </a:extLst>
          </p:cNvPr>
          <p:cNvSpPr>
            <a:spLocks noGrp="1"/>
          </p:cNvSpPr>
          <p:nvPr>
            <p:ph idx="1"/>
          </p:nvPr>
        </p:nvSpPr>
        <p:spPr>
          <a:xfrm>
            <a:off x="457201" y="1224000"/>
            <a:ext cx="3657602" cy="3263504"/>
          </a:xfrm>
          <a:prstGeom prst="rect">
            <a:avLst/>
          </a:prstGeom>
        </p:spPr>
        <p:txBody>
          <a:bodyPr lIns="25200" tIns="25200" rIns="25200" bIns="25200">
            <a:normAutofit/>
          </a:bodyPr>
          <a:lstStyle>
            <a:lvl1pPr marL="216000" indent="-216000">
              <a:lnSpc>
                <a:spcPct val="100000"/>
              </a:lnSpc>
              <a:spcBef>
                <a:spcPts val="700"/>
              </a:spcBef>
              <a:defRPr sz="2200">
                <a:solidFill>
                  <a:schemeClr val="accent1"/>
                </a:solidFill>
              </a:defRPr>
            </a:lvl1pPr>
            <a:lvl2pPr marL="576000" indent="-216000">
              <a:lnSpc>
                <a:spcPct val="100000"/>
              </a:lnSpc>
              <a:spcBef>
                <a:spcPts val="400"/>
              </a:spcBef>
              <a:defRPr sz="1600">
                <a:solidFill>
                  <a:schemeClr val="accent1"/>
                </a:solidFill>
              </a:defRPr>
            </a:lvl2pPr>
            <a:lvl3pPr marL="936000" indent="-216000">
              <a:lnSpc>
                <a:spcPct val="100000"/>
              </a:lnSpc>
              <a:spcBef>
                <a:spcPts val="300"/>
              </a:spcBef>
              <a:defRPr sz="1400">
                <a:solidFill>
                  <a:schemeClr val="accent1"/>
                </a:solidFill>
              </a:defRPr>
            </a:lvl3pPr>
            <a:lvl4pPr marL="1296000" indent="-216000">
              <a:lnSpc>
                <a:spcPct val="100000"/>
              </a:lnSpc>
              <a:spcBef>
                <a:spcPts val="300"/>
              </a:spcBef>
              <a:defRPr sz="1100">
                <a:solidFill>
                  <a:schemeClr val="accent1"/>
                </a:solidFill>
              </a:defRPr>
            </a:lvl4pPr>
            <a:lvl5pPr marL="1656000" indent="-216000">
              <a:lnSpc>
                <a:spcPct val="100000"/>
              </a:lnSpc>
              <a:spcBef>
                <a:spcPts val="300"/>
              </a:spcBef>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D3E7422C-79FB-6248-B5AE-08F18365ED2D}"/>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2B43A89C-6A01-A747-B836-9E57A73CDBA8}"/>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623976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small image - small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5990036" y="-21432"/>
            <a:ext cx="3175396" cy="5197079"/>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757" h="6929438">
                <a:moveTo>
                  <a:pt x="601766" y="0"/>
                </a:moveTo>
                <a:lnTo>
                  <a:pt x="3452299" y="28576"/>
                </a:lnTo>
                <a:cubicBezTo>
                  <a:pt x="3460118" y="2324101"/>
                  <a:pt x="3467938" y="4619626"/>
                  <a:pt x="3475757" y="6915151"/>
                </a:cubicBezTo>
                <a:lnTo>
                  <a:pt x="0" y="6929438"/>
                </a:lnTo>
                <a:cubicBezTo>
                  <a:pt x="791398" y="4048125"/>
                  <a:pt x="639865" y="766762"/>
                  <a:pt x="601766" y="0"/>
                </a:cubicBezTo>
                <a:close/>
              </a:path>
            </a:pathLst>
          </a:custGeom>
          <a:pattFill prst="pct5">
            <a:fgClr>
              <a:schemeClr val="accent1"/>
            </a:fgClr>
            <a:bgClr>
              <a:schemeClr val="bg1"/>
            </a:bgClr>
          </a:pattFill>
        </p:spPr>
        <p:txBody>
          <a:bodyPr/>
          <a:lstStyle/>
          <a:p>
            <a:r>
              <a:rPr lang="en-US"/>
              <a:t>Click icon to add picture</a:t>
            </a:r>
            <a:endParaRPr lang="en-FI" dirty="0"/>
          </a:p>
        </p:txBody>
      </p:sp>
      <p:sp>
        <p:nvSpPr>
          <p:cNvPr id="10" name="Title 1">
            <a:extLst>
              <a:ext uri="{FF2B5EF4-FFF2-40B4-BE49-F238E27FC236}">
                <a16:creationId xmlns:a16="http://schemas.microsoft.com/office/drawing/2014/main" id="{047EF831-D752-E646-8243-36BABD2B4C0E}"/>
              </a:ext>
            </a:extLst>
          </p:cNvPr>
          <p:cNvSpPr>
            <a:spLocks noGrp="1"/>
          </p:cNvSpPr>
          <p:nvPr>
            <p:ph type="title"/>
          </p:nvPr>
        </p:nvSpPr>
        <p:spPr>
          <a:xfrm>
            <a:off x="457200" y="216000"/>
            <a:ext cx="5532836"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42BDBAD0-B663-3649-AE23-397B7380150C}"/>
              </a:ext>
            </a:extLst>
          </p:cNvPr>
          <p:cNvSpPr>
            <a:spLocks noGrp="1"/>
          </p:cNvSpPr>
          <p:nvPr>
            <p:ph idx="1"/>
          </p:nvPr>
        </p:nvSpPr>
        <p:spPr>
          <a:xfrm>
            <a:off x="457201" y="1224000"/>
            <a:ext cx="5532835"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4" name="Picture 13" descr="Logo&#10;&#10;Description automatically generated">
            <a:extLst>
              <a:ext uri="{FF2B5EF4-FFF2-40B4-BE49-F238E27FC236}">
                <a16:creationId xmlns:a16="http://schemas.microsoft.com/office/drawing/2014/main" id="{BA2C3C42-2B46-F34F-A0D1-1DE86F60906E}"/>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5A181FBF-1D90-344B-A3CF-B700D91337E9}"/>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6034269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and big image - small text">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3CD1E2A2-78A3-2942-BD83-0BB28B42AC90}"/>
              </a:ext>
            </a:extLst>
          </p:cNvPr>
          <p:cNvSpPr>
            <a:spLocks noGrp="1"/>
          </p:cNvSpPr>
          <p:nvPr>
            <p:ph type="pic" sz="quarter" idx="10"/>
          </p:nvPr>
        </p:nvSpPr>
        <p:spPr>
          <a:xfrm>
            <a:off x="4114802" y="-32146"/>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pattFill prst="pct5">
            <a:fgClr>
              <a:schemeClr val="accent1"/>
            </a:fgClr>
            <a:bgClr>
              <a:schemeClr val="bg1"/>
            </a:bgClr>
          </a:pattFill>
        </p:spPr>
        <p:txBody>
          <a:bodyPr/>
          <a:lstStyle/>
          <a:p>
            <a:r>
              <a:rPr lang="en-US"/>
              <a:t>Click icon to add picture</a:t>
            </a:r>
            <a:endParaRPr lang="en-FI"/>
          </a:p>
        </p:txBody>
      </p:sp>
      <p:sp>
        <p:nvSpPr>
          <p:cNvPr id="10" name="Title 1">
            <a:extLst>
              <a:ext uri="{FF2B5EF4-FFF2-40B4-BE49-F238E27FC236}">
                <a16:creationId xmlns:a16="http://schemas.microsoft.com/office/drawing/2014/main" id="{BAC67225-9004-E943-830A-ED3D5EE346F7}"/>
              </a:ext>
            </a:extLst>
          </p:cNvPr>
          <p:cNvSpPr>
            <a:spLocks noGrp="1"/>
          </p:cNvSpPr>
          <p:nvPr>
            <p:ph type="title"/>
          </p:nvPr>
        </p:nvSpPr>
        <p:spPr>
          <a:xfrm>
            <a:off x="457201" y="216000"/>
            <a:ext cx="3657602"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sp>
        <p:nvSpPr>
          <p:cNvPr id="11" name="Content Placeholder 2">
            <a:extLst>
              <a:ext uri="{FF2B5EF4-FFF2-40B4-BE49-F238E27FC236}">
                <a16:creationId xmlns:a16="http://schemas.microsoft.com/office/drawing/2014/main" id="{FA0CE721-2BDE-FA48-949B-DEC42BE84369}"/>
              </a:ext>
            </a:extLst>
          </p:cNvPr>
          <p:cNvSpPr>
            <a:spLocks noGrp="1"/>
          </p:cNvSpPr>
          <p:nvPr>
            <p:ph idx="1"/>
          </p:nvPr>
        </p:nvSpPr>
        <p:spPr>
          <a:xfrm>
            <a:off x="457202" y="1224000"/>
            <a:ext cx="3657599" cy="3265200"/>
          </a:xfrm>
          <a:prstGeom prst="rect">
            <a:avLst/>
          </a:prstGeom>
        </p:spPr>
        <p:txBody>
          <a:bodyPr/>
          <a:lstStyle>
            <a:lvl1pPr>
              <a:spcBef>
                <a:spcPts val="400"/>
              </a:spcBef>
              <a:defRPr sz="1600"/>
            </a:lvl1pPr>
            <a:lvl2pPr>
              <a:defRPr sz="1300"/>
            </a:lvl2pPr>
            <a:lvl3pPr>
              <a:spcBef>
                <a:spcPts val="200"/>
              </a:spcBef>
              <a:defRPr sz="1050"/>
            </a:lvl3pPr>
            <a:lvl4pPr>
              <a:spcBef>
                <a:spcPts val="200"/>
              </a:spcBef>
              <a:defRPr sz="900"/>
            </a:lvl4pPr>
            <a:lvl5pPr>
              <a:spcBef>
                <a:spcPts val="200"/>
              </a:spcBef>
              <a:buClr>
                <a:schemeClr val="accent3">
                  <a:lumMod val="60000"/>
                  <a:lumOff val="40000"/>
                </a:schemeClr>
              </a:buClr>
              <a:defRPr sz="800">
                <a:solidFill>
                  <a:schemeClr val="accent1"/>
                </a:solidFill>
              </a:defRPr>
            </a:lvl5pPr>
            <a:lvl6pPr>
              <a:buClr>
                <a:schemeClr val="accent3">
                  <a:lumMod val="60000"/>
                  <a:lumOff val="40000"/>
                </a:schemeClr>
              </a:buClr>
              <a:defRPr sz="868">
                <a:solidFill>
                  <a:schemeClr val="accent1"/>
                </a:solidFill>
              </a:defRPr>
            </a:lvl6pPr>
            <a:lvl7pPr>
              <a:buClr>
                <a:schemeClr val="accent3">
                  <a:lumMod val="60000"/>
                  <a:lumOff val="40000"/>
                </a:schemeClr>
              </a:buClr>
              <a:defRPr sz="796">
                <a:solidFill>
                  <a:schemeClr val="accent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Picture 7" descr="Logo&#10;&#10;Description automatically generated">
            <a:extLst>
              <a:ext uri="{FF2B5EF4-FFF2-40B4-BE49-F238E27FC236}">
                <a16:creationId xmlns:a16="http://schemas.microsoft.com/office/drawing/2014/main" id="{39BAFEDA-FA68-8840-A680-6BD361D19E5C}"/>
              </a:ext>
            </a:extLst>
          </p:cNvPr>
          <p:cNvPicPr>
            <a:picLocks noChangeAspect="1"/>
          </p:cNvPicPr>
          <p:nvPr userDrawn="1"/>
        </p:nvPicPr>
        <p:blipFill rotWithShape="1">
          <a:blip r:embed="rId2"/>
          <a:srcRect b="-8183"/>
          <a:stretch/>
        </p:blipFill>
        <p:spPr>
          <a:xfrm>
            <a:off x="122093" y="4723011"/>
            <a:ext cx="670216" cy="283371"/>
          </a:xfrm>
          <a:prstGeom prst="rect">
            <a:avLst/>
          </a:prstGeom>
        </p:spPr>
      </p:pic>
      <p:sp>
        <p:nvSpPr>
          <p:cNvPr id="7" name="Slide Number Placeholder 5">
            <a:extLst>
              <a:ext uri="{FF2B5EF4-FFF2-40B4-BE49-F238E27FC236}">
                <a16:creationId xmlns:a16="http://schemas.microsoft.com/office/drawing/2014/main" id="{86FB0115-8238-3947-853A-04347BC5E555}"/>
              </a:ext>
            </a:extLst>
          </p:cNvPr>
          <p:cNvSpPr>
            <a:spLocks noGrp="1"/>
          </p:cNvSpPr>
          <p:nvPr>
            <p:ph type="sldNum" sz="quarter" idx="4"/>
          </p:nvPr>
        </p:nvSpPr>
        <p:spPr>
          <a:xfrm>
            <a:off x="877526" y="4764451"/>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042839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1D3218-33C9-A44C-B6FC-EB07B7444F22}"/>
              </a:ext>
            </a:extLst>
          </p:cNvPr>
          <p:cNvSpPr>
            <a:spLocks noGrp="1"/>
          </p:cNvSpPr>
          <p:nvPr>
            <p:ph type="title"/>
          </p:nvPr>
        </p:nvSpPr>
        <p:spPr>
          <a:xfrm>
            <a:off x="457200" y="216000"/>
            <a:ext cx="8229600" cy="994172"/>
          </a:xfrm>
          <a:prstGeom prst="rect">
            <a:avLst/>
          </a:prstGeom>
        </p:spPr>
        <p:txBody>
          <a:bodyPr lIns="25200" tIns="25200" rIns="25200" bIns="25200">
            <a:normAutofit/>
          </a:bodyPr>
          <a:lstStyle>
            <a:lvl1pPr>
              <a:defRPr sz="3000">
                <a:solidFill>
                  <a:schemeClr val="accent2"/>
                </a:solidFill>
              </a:defRPr>
            </a:lvl1pPr>
          </a:lstStyle>
          <a:p>
            <a:r>
              <a:rPr lang="en-US"/>
              <a:t>Click to edit Master title style</a:t>
            </a:r>
            <a:endParaRPr lang="en-FI" dirty="0"/>
          </a:p>
        </p:txBody>
      </p:sp>
      <p:pic>
        <p:nvPicPr>
          <p:cNvPr id="9" name="Picture 8" descr="Logo&#10;&#10;Description automatically generated">
            <a:extLst>
              <a:ext uri="{FF2B5EF4-FFF2-40B4-BE49-F238E27FC236}">
                <a16:creationId xmlns:a16="http://schemas.microsoft.com/office/drawing/2014/main" id="{0EDE758D-8D2E-B143-AA2D-2F97331D4DC6}"/>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5" name="Slide Number Placeholder 5">
            <a:extLst>
              <a:ext uri="{FF2B5EF4-FFF2-40B4-BE49-F238E27FC236}">
                <a16:creationId xmlns:a16="http://schemas.microsoft.com/office/drawing/2014/main" id="{F87EDA59-80E2-D94D-A2C3-B1F2FBC97899}"/>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9554558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Logo&#10;&#10;Description automatically generated">
            <a:extLst>
              <a:ext uri="{FF2B5EF4-FFF2-40B4-BE49-F238E27FC236}">
                <a16:creationId xmlns:a16="http://schemas.microsoft.com/office/drawing/2014/main" id="{7EAD01C7-3D3F-5847-9DE4-87B704535094}"/>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4" name="Slide Number Placeholder 5">
            <a:extLst>
              <a:ext uri="{FF2B5EF4-FFF2-40B4-BE49-F238E27FC236}">
                <a16:creationId xmlns:a16="http://schemas.microsoft.com/office/drawing/2014/main" id="{CDD5AE47-AC5A-AA42-83BC-776A8794DB48}"/>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9552078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Caption - big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CD9F-0991-A947-A856-494CE4602027}"/>
              </a:ext>
            </a:extLst>
          </p:cNvPr>
          <p:cNvSpPr>
            <a:spLocks noGrp="1"/>
          </p:cNvSpPr>
          <p:nvPr>
            <p:ph type="title"/>
          </p:nvPr>
        </p:nvSpPr>
        <p:spPr>
          <a:xfrm>
            <a:off x="629841" y="342900"/>
            <a:ext cx="2949178" cy="1200150"/>
          </a:xfrm>
          <a:prstGeom prst="rect">
            <a:avLst/>
          </a:prstGeom>
        </p:spPr>
        <p:txBody>
          <a:bodyPr anchor="b">
            <a:normAutofit/>
          </a:bodyPr>
          <a:lstStyle>
            <a:lvl1pPr>
              <a:defRPr sz="2400"/>
            </a:lvl1pPr>
          </a:lstStyle>
          <a:p>
            <a:r>
              <a:rPr lang="en-US"/>
              <a:t>Click to edit Master title style</a:t>
            </a:r>
            <a:endParaRPr lang="en-FI" dirty="0"/>
          </a:p>
        </p:txBody>
      </p:sp>
      <p:sp>
        <p:nvSpPr>
          <p:cNvPr id="4" name="Text Placeholder 3">
            <a:extLst>
              <a:ext uri="{FF2B5EF4-FFF2-40B4-BE49-F238E27FC236}">
                <a16:creationId xmlns:a16="http://schemas.microsoft.com/office/drawing/2014/main" id="{B197E715-2D76-8348-ABC0-F283EC3F2A87}"/>
              </a:ext>
            </a:extLst>
          </p:cNvPr>
          <p:cNvSpPr>
            <a:spLocks noGrp="1"/>
          </p:cNvSpPr>
          <p:nvPr>
            <p:ph type="body" sz="half" idx="2"/>
          </p:nvPr>
        </p:nvSpPr>
        <p:spPr>
          <a:xfrm>
            <a:off x="629841" y="1543052"/>
            <a:ext cx="2949178" cy="2858691"/>
          </a:xfrm>
          <a:prstGeom prst="rect">
            <a:avLst/>
          </a:prstGeom>
        </p:spPr>
        <p:txBody>
          <a:bodyPr/>
          <a:lstStyle>
            <a:lvl1pPr marL="0" indent="0">
              <a:buNone/>
              <a:defRPr sz="1157">
                <a:solidFill>
                  <a:schemeClr val="accent1"/>
                </a:solidFill>
              </a:defRPr>
            </a:lvl1pPr>
            <a:lvl2pPr marL="330731" indent="0">
              <a:buNone/>
              <a:defRPr sz="1013"/>
            </a:lvl2pPr>
            <a:lvl3pPr marL="661460" indent="0">
              <a:buNone/>
              <a:defRPr sz="868"/>
            </a:lvl3pPr>
            <a:lvl4pPr marL="992191" indent="0">
              <a:buNone/>
              <a:defRPr sz="723"/>
            </a:lvl4pPr>
            <a:lvl5pPr marL="1322921" indent="0">
              <a:buNone/>
              <a:defRPr sz="723"/>
            </a:lvl5pPr>
            <a:lvl6pPr marL="1653651" indent="0">
              <a:buNone/>
              <a:defRPr sz="723"/>
            </a:lvl6pPr>
            <a:lvl7pPr marL="1984381" indent="0">
              <a:buNone/>
              <a:defRPr sz="723"/>
            </a:lvl7pPr>
            <a:lvl8pPr marL="2315111" indent="0">
              <a:buNone/>
              <a:defRPr sz="723"/>
            </a:lvl8pPr>
            <a:lvl9pPr marL="2645842" indent="0">
              <a:buNone/>
              <a:defRPr sz="723"/>
            </a:lvl9pPr>
          </a:lstStyle>
          <a:p>
            <a:pPr lvl="0"/>
            <a:r>
              <a:rPr lang="en-US"/>
              <a:t>Click to edit Master text styles</a:t>
            </a:r>
          </a:p>
        </p:txBody>
      </p:sp>
      <p:sp>
        <p:nvSpPr>
          <p:cNvPr id="11" name="Content Placeholder 2">
            <a:extLst>
              <a:ext uri="{FF2B5EF4-FFF2-40B4-BE49-F238E27FC236}">
                <a16:creationId xmlns:a16="http://schemas.microsoft.com/office/drawing/2014/main" id="{640D77A3-7EC7-A044-B001-0F2B8FCBBA72}"/>
              </a:ext>
            </a:extLst>
          </p:cNvPr>
          <p:cNvSpPr>
            <a:spLocks noGrp="1"/>
          </p:cNvSpPr>
          <p:nvPr>
            <p:ph idx="10"/>
          </p:nvPr>
        </p:nvSpPr>
        <p:spPr>
          <a:xfrm>
            <a:off x="3887392" y="740569"/>
            <a:ext cx="4626768" cy="3661172"/>
          </a:xfrm>
          <a:prstGeom prst="rect">
            <a:avLst/>
          </a:prstGeom>
        </p:spPr>
        <p:txBody>
          <a:bodyPr>
            <a:normAutofit/>
          </a:bodyPr>
          <a:lstStyle>
            <a:lvl1pPr>
              <a:spcBef>
                <a:spcPts val="600"/>
              </a:spcBef>
              <a:defRPr sz="2200">
                <a:solidFill>
                  <a:schemeClr val="accent1"/>
                </a:solidFill>
              </a:defRPr>
            </a:lvl1pPr>
            <a:lvl2pPr>
              <a:defRPr sz="1600">
                <a:solidFill>
                  <a:schemeClr val="accent1"/>
                </a:solidFill>
              </a:defRPr>
            </a:lvl2pPr>
            <a:lvl3pPr>
              <a:defRPr sz="1400">
                <a:solidFill>
                  <a:schemeClr val="accent1"/>
                </a:solidFill>
              </a:defRPr>
            </a:lvl3pPr>
            <a:lvl4pPr>
              <a:defRPr sz="1100">
                <a:solidFill>
                  <a:schemeClr val="accent1"/>
                </a:solidFill>
              </a:defRPr>
            </a:lvl4pPr>
            <a:lvl5pPr>
              <a:defRPr sz="900">
                <a:solidFill>
                  <a:schemeClr val="accent1"/>
                </a:solidFill>
              </a:defRPr>
            </a:lvl5pPr>
            <a:lvl6pPr>
              <a:buClr>
                <a:schemeClr val="accent3">
                  <a:lumMod val="60000"/>
                  <a:lumOff val="40000"/>
                </a:schemeClr>
              </a:buClr>
              <a:defRPr sz="1157"/>
            </a:lvl6pPr>
            <a:lvl7pPr>
              <a:buClr>
                <a:schemeClr val="accent3">
                  <a:lumMod val="60000"/>
                  <a:lumOff val="40000"/>
                </a:schemeClr>
              </a:buClr>
              <a:defRPr sz="1013"/>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 name="Picture 9" descr="Logo&#10;&#10;Description automatically generated">
            <a:extLst>
              <a:ext uri="{FF2B5EF4-FFF2-40B4-BE49-F238E27FC236}">
                <a16:creationId xmlns:a16="http://schemas.microsoft.com/office/drawing/2014/main" id="{22C22F55-F313-234F-B67F-6B66EBF8FA5A}"/>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132552A7-AA20-DB47-88DA-6B83B6D359DB}"/>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7506440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Caption - smal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CD9F-0991-A947-A856-494CE4602027}"/>
              </a:ext>
            </a:extLst>
          </p:cNvPr>
          <p:cNvSpPr>
            <a:spLocks noGrp="1"/>
          </p:cNvSpPr>
          <p:nvPr>
            <p:ph type="title"/>
          </p:nvPr>
        </p:nvSpPr>
        <p:spPr>
          <a:xfrm>
            <a:off x="629841" y="342900"/>
            <a:ext cx="2949178" cy="1200150"/>
          </a:xfrm>
          <a:prstGeom prst="rect">
            <a:avLst/>
          </a:prstGeom>
        </p:spPr>
        <p:txBody>
          <a:bodyPr anchor="b">
            <a:normAutofit/>
          </a:bodyPr>
          <a:lstStyle>
            <a:lvl1pPr>
              <a:defRPr sz="2400"/>
            </a:lvl1pPr>
          </a:lstStyle>
          <a:p>
            <a:r>
              <a:rPr lang="en-US"/>
              <a:t>Click to edit Master title style</a:t>
            </a:r>
            <a:endParaRPr lang="en-FI" dirty="0"/>
          </a:p>
        </p:txBody>
      </p:sp>
      <p:sp>
        <p:nvSpPr>
          <p:cNvPr id="4" name="Text Placeholder 3">
            <a:extLst>
              <a:ext uri="{FF2B5EF4-FFF2-40B4-BE49-F238E27FC236}">
                <a16:creationId xmlns:a16="http://schemas.microsoft.com/office/drawing/2014/main" id="{B197E715-2D76-8348-ABC0-F283EC3F2A87}"/>
              </a:ext>
            </a:extLst>
          </p:cNvPr>
          <p:cNvSpPr>
            <a:spLocks noGrp="1"/>
          </p:cNvSpPr>
          <p:nvPr>
            <p:ph type="body" sz="half" idx="2"/>
          </p:nvPr>
        </p:nvSpPr>
        <p:spPr>
          <a:xfrm>
            <a:off x="629841" y="1543052"/>
            <a:ext cx="2949178" cy="2858691"/>
          </a:xfrm>
          <a:prstGeom prst="rect">
            <a:avLst/>
          </a:prstGeom>
        </p:spPr>
        <p:txBody>
          <a:bodyPr/>
          <a:lstStyle>
            <a:lvl1pPr marL="0" indent="0">
              <a:buNone/>
              <a:defRPr sz="1157">
                <a:solidFill>
                  <a:schemeClr val="accent1"/>
                </a:solidFill>
              </a:defRPr>
            </a:lvl1pPr>
            <a:lvl2pPr marL="330731" indent="0">
              <a:buNone/>
              <a:defRPr sz="1013"/>
            </a:lvl2pPr>
            <a:lvl3pPr marL="661460" indent="0">
              <a:buNone/>
              <a:defRPr sz="868"/>
            </a:lvl3pPr>
            <a:lvl4pPr marL="992191" indent="0">
              <a:buNone/>
              <a:defRPr sz="723"/>
            </a:lvl4pPr>
            <a:lvl5pPr marL="1322921" indent="0">
              <a:buNone/>
              <a:defRPr sz="723"/>
            </a:lvl5pPr>
            <a:lvl6pPr marL="1653651" indent="0">
              <a:buNone/>
              <a:defRPr sz="723"/>
            </a:lvl6pPr>
            <a:lvl7pPr marL="1984381" indent="0">
              <a:buNone/>
              <a:defRPr sz="723"/>
            </a:lvl7pPr>
            <a:lvl8pPr marL="2315111" indent="0">
              <a:buNone/>
              <a:defRPr sz="723"/>
            </a:lvl8pPr>
            <a:lvl9pPr marL="2645842" indent="0">
              <a:buNone/>
              <a:defRPr sz="723"/>
            </a:lvl9pPr>
          </a:lstStyle>
          <a:p>
            <a:pPr lvl="0"/>
            <a:r>
              <a:rPr lang="en-US"/>
              <a:t>Click to edit Master text styles</a:t>
            </a:r>
          </a:p>
        </p:txBody>
      </p:sp>
      <p:sp>
        <p:nvSpPr>
          <p:cNvPr id="10" name="Content Placeholder 2">
            <a:extLst>
              <a:ext uri="{FF2B5EF4-FFF2-40B4-BE49-F238E27FC236}">
                <a16:creationId xmlns:a16="http://schemas.microsoft.com/office/drawing/2014/main" id="{D1C5D084-BACE-374A-BD47-599A41C3FB8A}"/>
              </a:ext>
            </a:extLst>
          </p:cNvPr>
          <p:cNvSpPr>
            <a:spLocks noGrp="1"/>
          </p:cNvSpPr>
          <p:nvPr>
            <p:ph sz="half" idx="10"/>
          </p:nvPr>
        </p:nvSpPr>
        <p:spPr>
          <a:xfrm>
            <a:off x="3887392" y="740570"/>
            <a:ext cx="4626768" cy="3655219"/>
          </a:xfrm>
          <a:prstGeom prst="rect">
            <a:avLst/>
          </a:prstGeom>
        </p:spPr>
        <p:txBody>
          <a:bodyPr/>
          <a:lstStyle>
            <a:lvl1pPr>
              <a:spcBef>
                <a:spcPts val="400"/>
              </a:spcBef>
              <a:defRPr sz="1600">
                <a:solidFill>
                  <a:schemeClr val="accent1"/>
                </a:solidFill>
              </a:defRPr>
            </a:lvl1pPr>
            <a:lvl2pPr>
              <a:defRPr sz="1300">
                <a:solidFill>
                  <a:schemeClr val="accent1"/>
                </a:solidFill>
              </a:defRPr>
            </a:lvl2pPr>
            <a:lvl3pPr>
              <a:spcBef>
                <a:spcPts val="200"/>
              </a:spcBef>
              <a:defRPr sz="1050">
                <a:solidFill>
                  <a:schemeClr val="accent1"/>
                </a:solidFill>
              </a:defRPr>
            </a:lvl3pPr>
            <a:lvl4pPr>
              <a:spcBef>
                <a:spcPts val="200"/>
              </a:spcBef>
              <a:defRPr sz="900">
                <a:solidFill>
                  <a:schemeClr val="accent1"/>
                </a:solidFill>
              </a:defRPr>
            </a:lvl4pPr>
            <a:lvl5pPr>
              <a:spcBef>
                <a:spcPts val="200"/>
              </a:spcBef>
              <a:defRPr sz="800">
                <a:solidFill>
                  <a:schemeClr val="accent1"/>
                </a:solidFill>
              </a:defRPr>
            </a:lvl5pPr>
            <a:lvl6pPr>
              <a:buClr>
                <a:schemeClr val="accent3">
                  <a:lumMod val="60000"/>
                  <a:lumOff val="40000"/>
                </a:schemeClr>
              </a:buClr>
              <a:defRPr sz="868"/>
            </a:lvl6pPr>
            <a:lvl7pPr>
              <a:buClr>
                <a:schemeClr val="accent3">
                  <a:lumMod val="60000"/>
                  <a:lumOff val="40000"/>
                </a:schemeClr>
              </a:buClr>
              <a:defRPr sz="796"/>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pic>
        <p:nvPicPr>
          <p:cNvPr id="11" name="Picture 10" descr="Logo&#10;&#10;Description automatically generated">
            <a:extLst>
              <a:ext uri="{FF2B5EF4-FFF2-40B4-BE49-F238E27FC236}">
                <a16:creationId xmlns:a16="http://schemas.microsoft.com/office/drawing/2014/main" id="{F8CF378E-28CB-EC44-8EEB-1673FA0C018B}"/>
              </a:ext>
            </a:extLst>
          </p:cNvPr>
          <p:cNvPicPr>
            <a:picLocks noChangeAspect="1"/>
          </p:cNvPicPr>
          <p:nvPr userDrawn="1"/>
        </p:nvPicPr>
        <p:blipFill rotWithShape="1">
          <a:blip r:embed="rId2"/>
          <a:srcRect b="-8183"/>
          <a:stretch/>
        </p:blipFill>
        <p:spPr>
          <a:xfrm>
            <a:off x="8345196" y="4723011"/>
            <a:ext cx="670216" cy="283371"/>
          </a:xfrm>
          <a:prstGeom prst="rect">
            <a:avLst/>
          </a:prstGeom>
        </p:spPr>
      </p:pic>
      <p:sp>
        <p:nvSpPr>
          <p:cNvPr id="7" name="Slide Number Placeholder 5">
            <a:extLst>
              <a:ext uri="{FF2B5EF4-FFF2-40B4-BE49-F238E27FC236}">
                <a16:creationId xmlns:a16="http://schemas.microsoft.com/office/drawing/2014/main" id="{B65801F8-A679-FE45-830B-A4C6C7A9E5F8}"/>
              </a:ext>
            </a:extLst>
          </p:cNvPr>
          <p:cNvSpPr>
            <a:spLocks noGrp="1"/>
          </p:cNvSpPr>
          <p:nvPr>
            <p:ph type="sldNum" sz="quarter" idx="4"/>
          </p:nvPr>
        </p:nvSpPr>
        <p:spPr>
          <a:xfrm>
            <a:off x="128588" y="4790578"/>
            <a:ext cx="904875" cy="273844"/>
          </a:xfrm>
          <a:prstGeom prst="rect">
            <a:avLst/>
          </a:prstGeom>
        </p:spPr>
        <p:txBody>
          <a:bodyPr vert="horz" lIns="91440" tIns="45720" rIns="91440" bIns="45720" rtlCol="0" anchor="ctr"/>
          <a:lstStyle>
            <a:lvl1pPr algn="l">
              <a:defRPr sz="868">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81147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d slide with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13041588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End slide with Missio f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31356458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nd slide with Missio e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330E5-C070-1641-9EDE-5802F95766B4}"/>
              </a:ext>
            </a:extLst>
          </p:cNvPr>
          <p:cNvSpPr>
            <a:spLocks noGrp="1"/>
          </p:cNvSpPr>
          <p:nvPr>
            <p:ph type="ctrTitle"/>
          </p:nvPr>
        </p:nvSpPr>
        <p:spPr>
          <a:xfrm>
            <a:off x="1143001" y="3084857"/>
            <a:ext cx="6858001" cy="2051158"/>
          </a:xfrm>
          <a:prstGeom prst="rect">
            <a:avLst/>
          </a:prstGeom>
        </p:spPr>
        <p:txBody>
          <a:bodyPr anchor="t" anchorCtr="0">
            <a:normAutofit/>
          </a:bodyPr>
          <a:lstStyle>
            <a:lvl1pPr algn="ctr">
              <a:defRPr sz="3200">
                <a:solidFill>
                  <a:schemeClr val="bg2">
                    <a:lumMod val="50000"/>
                  </a:schemeClr>
                </a:solidFill>
              </a:defRPr>
            </a:lvl1pPr>
          </a:lstStyle>
          <a:p>
            <a:r>
              <a:rPr lang="en-US"/>
              <a:t>Click to edit Master title style</a:t>
            </a:r>
            <a:endParaRPr lang="en-FI" dirty="0"/>
          </a:p>
        </p:txBody>
      </p:sp>
    </p:spTree>
    <p:extLst>
      <p:ext uri="{BB962C8B-B14F-4D97-AF65-F5344CB8AC3E}">
        <p14:creationId xmlns:p14="http://schemas.microsoft.com/office/powerpoint/2010/main" val="3865687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pic>
        <p:nvPicPr>
          <p:cNvPr id="4" name="splash_titl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Otsikko 1"/>
          <p:cNvSpPr>
            <a:spLocks noGrp="1"/>
          </p:cNvSpPr>
          <p:nvPr>
            <p:ph type="ctrTitle"/>
          </p:nvPr>
        </p:nvSpPr>
        <p:spPr>
          <a:xfrm>
            <a:off x="313200" y="2743200"/>
            <a:ext cx="8510400" cy="1296000"/>
          </a:xfrm>
        </p:spPr>
        <p:txBody>
          <a:bodyPr lIns="0" tIns="90000" rIns="25200" bIns="0" anchor="b" anchorCtr="0">
            <a:noAutofit/>
          </a:bodyPr>
          <a:lstStyle>
            <a:lvl1pPr algn="ctr">
              <a:defRPr sz="3600" b="0">
                <a:solidFill>
                  <a:srgbClr val="0019AF"/>
                </a:solidFill>
              </a:defRPr>
            </a:lvl1pPr>
          </a:lstStyle>
          <a:p>
            <a:r>
              <a:rPr lang="en-US"/>
              <a:t>Click to edit Master title style</a:t>
            </a:r>
            <a:endParaRPr lang="fi-FI"/>
          </a:p>
        </p:txBody>
      </p:sp>
      <p:sp>
        <p:nvSpPr>
          <p:cNvPr id="3" name="Alaotsikko 2"/>
          <p:cNvSpPr>
            <a:spLocks noGrp="1"/>
          </p:cNvSpPr>
          <p:nvPr>
            <p:ph type="subTitle" idx="1"/>
          </p:nvPr>
        </p:nvSpPr>
        <p:spPr>
          <a:xfrm>
            <a:off x="327600" y="4155926"/>
            <a:ext cx="8510400" cy="378000"/>
          </a:xfrm>
        </p:spPr>
        <p:txBody>
          <a:bodyPr lIns="90000" tIns="46800" rIns="90000" bIns="46800">
            <a:no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fi-FI"/>
          </a:p>
        </p:txBody>
      </p:sp>
      <p:sp>
        <p:nvSpPr>
          <p:cNvPr id="6" name="Text Placeholder 5"/>
          <p:cNvSpPr>
            <a:spLocks noGrp="1"/>
          </p:cNvSpPr>
          <p:nvPr>
            <p:ph type="body" sz="quarter" idx="10" hasCustomPrompt="1"/>
          </p:nvPr>
        </p:nvSpPr>
        <p:spPr>
          <a:xfrm>
            <a:off x="327025" y="4454726"/>
            <a:ext cx="8510400" cy="378000"/>
          </a:xfrm>
        </p:spPr>
        <p:txBody>
          <a:bodyPr lIns="90000" tIns="46800" rIns="90000" bIns="46800">
            <a:noAutofit/>
          </a:bodyPr>
          <a:lstStyle>
            <a:lvl1pPr marL="0" indent="0" algn="ctr">
              <a:buNone/>
              <a:defRPr sz="1200"/>
            </a:lvl1pPr>
          </a:lstStyle>
          <a:p>
            <a:pPr lvl="0"/>
            <a:r>
              <a:rPr lang="en-US"/>
              <a:t>Authors</a:t>
            </a:r>
          </a:p>
        </p:txBody>
      </p:sp>
    </p:spTree>
    <p:extLst>
      <p:ext uri="{BB962C8B-B14F-4D97-AF65-F5344CB8AC3E}">
        <p14:creationId xmlns:p14="http://schemas.microsoft.com/office/powerpoint/2010/main" val="508409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a:t>Click to edit Master title style</a:t>
            </a:r>
            <a:endParaRPr lang="fi-FI"/>
          </a:p>
        </p:txBody>
      </p:sp>
      <p:sp>
        <p:nvSpPr>
          <p:cNvPr id="3" name="Sisällön paikkamerkki 2"/>
          <p:cNvSpPr>
            <a:spLocks noGrp="1"/>
          </p:cNvSpPr>
          <p:nvPr>
            <p:ph idx="1"/>
          </p:nvPr>
        </p:nvSpPr>
        <p:spPr>
          <a:xfrm>
            <a:off x="352800" y="1130400"/>
            <a:ext cx="7848000" cy="3240000"/>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Dian numeron paikkamerkki 3"/>
          <p:cNvSpPr>
            <a:spLocks noGrp="1"/>
          </p:cNvSpPr>
          <p:nvPr>
            <p:ph type="sldNum" sz="quarter" idx="10"/>
          </p:nvPr>
        </p:nvSpPr>
        <p:spPr/>
        <p:txBody>
          <a:bodyPr/>
          <a:lstStyle/>
          <a:p>
            <a:fld id="{ABDD62AB-4532-4F49-AC82-62CE9ED7FFA2}" type="slidenum">
              <a:rPr lang="fi-FI" smtClean="0"/>
              <a:pPr/>
              <a:t>‹#›</a:t>
            </a:fld>
            <a:endParaRPr lang="fi-FI"/>
          </a:p>
        </p:txBody>
      </p:sp>
    </p:spTree>
    <p:extLst>
      <p:ext uri="{BB962C8B-B14F-4D97-AF65-F5344CB8AC3E}">
        <p14:creationId xmlns:p14="http://schemas.microsoft.com/office/powerpoint/2010/main" val="277145157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ntents" preserve="1" userDrawn="1">
  <p:cSld name="Title and two contents">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a:t>Click to edit Master title style</a:t>
            </a:r>
            <a:endParaRPr lang="fi-FI"/>
          </a:p>
        </p:txBody>
      </p:sp>
      <p:sp>
        <p:nvSpPr>
          <p:cNvPr id="5" name="Dian numeron paikkamerkki 4"/>
          <p:cNvSpPr>
            <a:spLocks noGrp="1"/>
          </p:cNvSpPr>
          <p:nvPr>
            <p:ph type="sldNum" sz="quarter" idx="10"/>
          </p:nvPr>
        </p:nvSpPr>
        <p:spPr/>
        <p:txBody>
          <a:bodyPr/>
          <a:lstStyle/>
          <a:p>
            <a:fld id="{ABDD62AB-4532-4F49-AC82-62CE9ED7FFA2}" type="slidenum">
              <a:rPr lang="fi-FI" smtClean="0"/>
              <a:pPr/>
              <a:t>‹#›</a:t>
            </a:fld>
            <a:endParaRPr lang="fi-FI"/>
          </a:p>
        </p:txBody>
      </p:sp>
      <p:sp>
        <p:nvSpPr>
          <p:cNvPr id="7" name="Sisällön paikkamerkki 2"/>
          <p:cNvSpPr>
            <a:spLocks noGrp="1"/>
          </p:cNvSpPr>
          <p:nvPr>
            <p:ph idx="1"/>
          </p:nvPr>
        </p:nvSpPr>
        <p:spPr>
          <a:xfrm>
            <a:off x="352800" y="1130400"/>
            <a:ext cx="4140000" cy="3240000"/>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8" name="Sisällön paikkamerkki 3"/>
          <p:cNvSpPr>
            <a:spLocks noGrp="1"/>
          </p:cNvSpPr>
          <p:nvPr>
            <p:ph idx="11"/>
          </p:nvPr>
        </p:nvSpPr>
        <p:spPr>
          <a:xfrm>
            <a:off x="4680000" y="1130400"/>
            <a:ext cx="4140000" cy="3240000"/>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88917999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en-US"/>
              <a:t>Click to edit Master title style</a:t>
            </a:r>
            <a:endParaRPr lang="fi-FI"/>
          </a:p>
        </p:txBody>
      </p:sp>
      <p:sp>
        <p:nvSpPr>
          <p:cNvPr id="3" name="Dian numeron paikkamerkki 2"/>
          <p:cNvSpPr>
            <a:spLocks noGrp="1"/>
          </p:cNvSpPr>
          <p:nvPr>
            <p:ph type="sldNum" sz="quarter" idx="10"/>
          </p:nvPr>
        </p:nvSpPr>
        <p:spPr/>
        <p:txBody>
          <a:bodyPr/>
          <a:lstStyle/>
          <a:p>
            <a:fld id="{ABDD62AB-4532-4F49-AC82-62CE9ED7FFA2}" type="slidenum">
              <a:rPr lang="fi-FI" smtClean="0"/>
              <a:pPr/>
              <a:t>‹#›</a:t>
            </a:fld>
            <a:endParaRPr lang="fi-FI"/>
          </a:p>
        </p:txBody>
      </p:sp>
    </p:spTree>
    <p:extLst>
      <p:ext uri="{BB962C8B-B14F-4D97-AF65-F5344CB8AC3E}">
        <p14:creationId xmlns:p14="http://schemas.microsoft.com/office/powerpoint/2010/main" val="410637801"/>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preserve="1" userDrawn="1">
  <p:cSld name="Blank">
    <p:spTree>
      <p:nvGrpSpPr>
        <p:cNvPr id="1" name=""/>
        <p:cNvGrpSpPr/>
        <p:nvPr/>
      </p:nvGrpSpPr>
      <p:grpSpPr>
        <a:xfrm>
          <a:off x="0" y="0"/>
          <a:ext cx="0" cy="0"/>
          <a:chOff x="0" y="0"/>
          <a:chExt cx="0" cy="0"/>
        </a:xfrm>
      </p:grpSpPr>
      <p:sp>
        <p:nvSpPr>
          <p:cNvPr id="2" name="Dian numeron paikkamerkki 1"/>
          <p:cNvSpPr>
            <a:spLocks noGrp="1"/>
          </p:cNvSpPr>
          <p:nvPr>
            <p:ph type="sldNum" sz="quarter" idx="10"/>
          </p:nvPr>
        </p:nvSpPr>
        <p:spPr/>
        <p:txBody>
          <a:bodyPr/>
          <a:lstStyle/>
          <a:p>
            <a:fld id="{ABDD62AB-4532-4F49-AC82-62CE9ED7FFA2}" type="slidenum">
              <a:rPr lang="fi-FI" smtClean="0"/>
              <a:pPr/>
              <a:t>‹#›</a:t>
            </a:fld>
            <a:endParaRPr lang="fi-FI"/>
          </a:p>
        </p:txBody>
      </p:sp>
    </p:spTree>
    <p:extLst>
      <p:ext uri="{BB962C8B-B14F-4D97-AF65-F5344CB8AC3E}">
        <p14:creationId xmlns:p14="http://schemas.microsoft.com/office/powerpoint/2010/main" val="37271740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 /><Relationship Id="rId13" Type="http://schemas.openxmlformats.org/officeDocument/2006/relationships/slideLayout" Target="../slideLayouts/slideLayout29.xml" /><Relationship Id="rId3" Type="http://schemas.openxmlformats.org/officeDocument/2006/relationships/slideLayout" Target="../slideLayouts/slideLayout19.xml" /><Relationship Id="rId7" Type="http://schemas.openxmlformats.org/officeDocument/2006/relationships/slideLayout" Target="../slideLayouts/slideLayout23.xml" /><Relationship Id="rId12" Type="http://schemas.openxmlformats.org/officeDocument/2006/relationships/slideLayout" Target="../slideLayouts/slideLayout28.xml" /><Relationship Id="rId17" Type="http://schemas.openxmlformats.org/officeDocument/2006/relationships/theme" Target="../theme/theme2.xml" /><Relationship Id="rId2" Type="http://schemas.openxmlformats.org/officeDocument/2006/relationships/slideLayout" Target="../slideLayouts/slideLayout18.xml" /><Relationship Id="rId16" Type="http://schemas.openxmlformats.org/officeDocument/2006/relationships/slideLayout" Target="../slideLayouts/slideLayout32.xml" /><Relationship Id="rId1" Type="http://schemas.openxmlformats.org/officeDocument/2006/relationships/slideLayout" Target="../slideLayouts/slideLayout17.xml" /><Relationship Id="rId6" Type="http://schemas.openxmlformats.org/officeDocument/2006/relationships/slideLayout" Target="../slideLayouts/slideLayout22.xml" /><Relationship Id="rId11" Type="http://schemas.openxmlformats.org/officeDocument/2006/relationships/slideLayout" Target="../slideLayouts/slideLayout27.xml" /><Relationship Id="rId5" Type="http://schemas.openxmlformats.org/officeDocument/2006/relationships/slideLayout" Target="../slideLayouts/slideLayout21.xml" /><Relationship Id="rId15" Type="http://schemas.openxmlformats.org/officeDocument/2006/relationships/slideLayout" Target="../slideLayouts/slideLayout31.xml" /><Relationship Id="rId10" Type="http://schemas.openxmlformats.org/officeDocument/2006/relationships/slideLayout" Target="../slideLayouts/slideLayout26.xml" /><Relationship Id="rId4" Type="http://schemas.openxmlformats.org/officeDocument/2006/relationships/slideLayout" Target="../slideLayouts/slideLayout20.xml" /><Relationship Id="rId9" Type="http://schemas.openxmlformats.org/officeDocument/2006/relationships/slideLayout" Target="../slideLayouts/slideLayout25.xml" /><Relationship Id="rId14" Type="http://schemas.openxmlformats.org/officeDocument/2006/relationships/slideLayout" Target="../slideLayouts/slideLayout30.xml" /></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5.xml" /><Relationship Id="rId7" Type="http://schemas.openxmlformats.org/officeDocument/2006/relationships/image" Target="../media/image6.png" /><Relationship Id="rId2" Type="http://schemas.openxmlformats.org/officeDocument/2006/relationships/slideLayout" Target="../slideLayouts/slideLayout34.xml" /><Relationship Id="rId1" Type="http://schemas.openxmlformats.org/officeDocument/2006/relationships/slideLayout" Target="../slideLayouts/slideLayout33.xml" /><Relationship Id="rId6" Type="http://schemas.openxmlformats.org/officeDocument/2006/relationships/theme" Target="../theme/theme3.xml" /><Relationship Id="rId5" Type="http://schemas.openxmlformats.org/officeDocument/2006/relationships/slideLayout" Target="../slideLayouts/slideLayout37.xml" /><Relationship Id="rId4" Type="http://schemas.openxmlformats.org/officeDocument/2006/relationships/slideLayout" Target="../slideLayouts/slideLayout36.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5092B-22AE-914E-9871-E123B05FD0B5}"/>
              </a:ext>
            </a:extLst>
          </p:cNvPr>
          <p:cNvSpPr>
            <a:spLocks noGrp="1"/>
          </p:cNvSpPr>
          <p:nvPr>
            <p:ph type="title"/>
          </p:nvPr>
        </p:nvSpPr>
        <p:spPr>
          <a:xfrm>
            <a:off x="457200" y="216000"/>
            <a:ext cx="7886700" cy="994172"/>
          </a:xfrm>
          <a:prstGeom prst="rect">
            <a:avLst/>
          </a:prstGeom>
        </p:spPr>
        <p:txBody>
          <a:bodyPr vert="horz" lIns="25200" tIns="25200" rIns="25200" bIns="25200" rtlCol="0" anchor="ctr">
            <a:normAutofit/>
          </a:bodyPr>
          <a:lstStyle/>
          <a:p>
            <a:r>
              <a:rPr lang="en-US"/>
              <a:t>Click to edit Master title style</a:t>
            </a:r>
            <a:endParaRPr lang="en-FI" dirty="0"/>
          </a:p>
        </p:txBody>
      </p:sp>
      <p:sp>
        <p:nvSpPr>
          <p:cNvPr id="3" name="Text Placeholder 2">
            <a:extLst>
              <a:ext uri="{FF2B5EF4-FFF2-40B4-BE49-F238E27FC236}">
                <a16:creationId xmlns:a16="http://schemas.microsoft.com/office/drawing/2014/main" id="{C02D9FF2-3F61-1240-98C7-FCCA8470DDED}"/>
              </a:ext>
            </a:extLst>
          </p:cNvPr>
          <p:cNvSpPr>
            <a:spLocks noGrp="1"/>
          </p:cNvSpPr>
          <p:nvPr>
            <p:ph type="body" idx="1"/>
          </p:nvPr>
        </p:nvSpPr>
        <p:spPr>
          <a:xfrm>
            <a:off x="457200" y="1224000"/>
            <a:ext cx="7886700" cy="3263504"/>
          </a:xfrm>
          <a:prstGeom prst="rect">
            <a:avLst/>
          </a:prstGeom>
        </p:spPr>
        <p:txBody>
          <a:bodyPr vert="horz" lIns="25200" tIns="25200" rIns="25200" bIns="252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Tree>
    <p:extLst>
      <p:ext uri="{BB962C8B-B14F-4D97-AF65-F5344CB8AC3E}">
        <p14:creationId xmlns:p14="http://schemas.microsoft.com/office/powerpoint/2010/main" val="20938187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13" r:id="rId11"/>
    <p:sldLayoutId id="2147483708" r:id="rId12"/>
    <p:sldLayoutId id="2147483709" r:id="rId13"/>
    <p:sldLayoutId id="2147483710" r:id="rId14"/>
    <p:sldLayoutId id="2147483711" r:id="rId15"/>
    <p:sldLayoutId id="2147483712" r:id="rId16"/>
  </p:sldLayoutIdLst>
  <p:txStyles>
    <p:titleStyle>
      <a:lvl1pPr algn="l" defTabSz="661460" rtl="0" eaLnBrk="1" latinLnBrk="0" hangingPunct="1">
        <a:lnSpc>
          <a:spcPct val="90000"/>
        </a:lnSpc>
        <a:spcBef>
          <a:spcPct val="0"/>
        </a:spcBef>
        <a:buNone/>
        <a:defRPr sz="3000" b="0" i="0" kern="1200">
          <a:solidFill>
            <a:schemeClr val="accent2"/>
          </a:solidFill>
          <a:latin typeface="Arial" panose="020B0604020202020204" pitchFamily="34" charset="0"/>
          <a:ea typeface="+mj-ea"/>
          <a:cs typeface="Arial" panose="020B0604020202020204" pitchFamily="34" charset="0"/>
        </a:defRPr>
      </a:lvl1pPr>
    </p:titleStyle>
    <p:bodyStyle>
      <a:lvl1pPr marL="216000" indent="-216000" algn="l" defTabSz="661460" rtl="0" eaLnBrk="1" latinLnBrk="0" hangingPunct="1">
        <a:lnSpc>
          <a:spcPct val="100000"/>
        </a:lnSpc>
        <a:spcBef>
          <a:spcPts val="700"/>
        </a:spcBef>
        <a:buClr>
          <a:schemeClr val="accent2"/>
        </a:buClr>
        <a:buFont typeface="Arial" panose="020B0604020202020204" pitchFamily="34" charset="0"/>
        <a:buChar char="•"/>
        <a:defRPr sz="2200" kern="1200">
          <a:solidFill>
            <a:schemeClr val="accent1"/>
          </a:solidFill>
          <a:latin typeface="+mn-lt"/>
          <a:ea typeface="+mn-ea"/>
          <a:cs typeface="+mn-cs"/>
        </a:defRPr>
      </a:lvl1pPr>
      <a:lvl2pPr marL="576000" indent="-216000" algn="l" defTabSz="661460" rtl="0" eaLnBrk="1" latinLnBrk="0" hangingPunct="1">
        <a:lnSpc>
          <a:spcPct val="100000"/>
        </a:lnSpc>
        <a:spcBef>
          <a:spcPts val="400"/>
        </a:spcBef>
        <a:buClr>
          <a:schemeClr val="accent3"/>
        </a:buClr>
        <a:buFont typeface="Arial" panose="020B0604020202020204" pitchFamily="34" charset="0"/>
        <a:buChar char="•"/>
        <a:defRPr sz="1600" kern="1200">
          <a:solidFill>
            <a:schemeClr val="accent1"/>
          </a:solidFill>
          <a:latin typeface="+mn-lt"/>
          <a:ea typeface="+mn-ea"/>
          <a:cs typeface="+mn-cs"/>
        </a:defRPr>
      </a:lvl2pPr>
      <a:lvl3pPr marL="93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1400" kern="1200">
          <a:solidFill>
            <a:schemeClr val="accent1"/>
          </a:solidFill>
          <a:latin typeface="+mn-lt"/>
          <a:ea typeface="+mn-ea"/>
          <a:cs typeface="+mn-cs"/>
        </a:defRPr>
      </a:lvl3pPr>
      <a:lvl4pPr marL="129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1100" kern="1200">
          <a:solidFill>
            <a:schemeClr val="accent1"/>
          </a:solidFill>
          <a:latin typeface="+mn-lt"/>
          <a:ea typeface="+mn-ea"/>
          <a:cs typeface="+mn-cs"/>
        </a:defRPr>
      </a:lvl4pPr>
      <a:lvl5pPr marL="165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900" kern="1200">
          <a:solidFill>
            <a:schemeClr val="accent1"/>
          </a:solidFill>
          <a:latin typeface="+mn-lt"/>
          <a:ea typeface="+mn-ea"/>
          <a:cs typeface="+mn-cs"/>
        </a:defRPr>
      </a:lvl5pPr>
      <a:lvl6pPr marL="1819016"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6pPr>
      <a:lvl7pPr marL="2149747"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7pPr>
      <a:lvl8pPr marL="2480476"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8pPr>
      <a:lvl9pPr marL="2811207"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9pPr>
    </p:bodyStyle>
    <p:otherStyle>
      <a:defPPr>
        <a:defRPr lang="en-FI"/>
      </a:defPPr>
      <a:lvl1pPr marL="0" algn="l" defTabSz="661460" rtl="0" eaLnBrk="1" latinLnBrk="0" hangingPunct="1">
        <a:defRPr sz="1302" kern="1200">
          <a:solidFill>
            <a:schemeClr val="tx1"/>
          </a:solidFill>
          <a:latin typeface="+mn-lt"/>
          <a:ea typeface="+mn-ea"/>
          <a:cs typeface="+mn-cs"/>
        </a:defRPr>
      </a:lvl1pPr>
      <a:lvl2pPr marL="330731" algn="l" defTabSz="661460" rtl="0" eaLnBrk="1" latinLnBrk="0" hangingPunct="1">
        <a:defRPr sz="1302" kern="1200">
          <a:solidFill>
            <a:schemeClr val="tx1"/>
          </a:solidFill>
          <a:latin typeface="+mn-lt"/>
          <a:ea typeface="+mn-ea"/>
          <a:cs typeface="+mn-cs"/>
        </a:defRPr>
      </a:lvl2pPr>
      <a:lvl3pPr marL="661460" algn="l" defTabSz="661460" rtl="0" eaLnBrk="1" latinLnBrk="0" hangingPunct="1">
        <a:defRPr sz="1302" kern="1200">
          <a:solidFill>
            <a:schemeClr val="tx1"/>
          </a:solidFill>
          <a:latin typeface="+mn-lt"/>
          <a:ea typeface="+mn-ea"/>
          <a:cs typeface="+mn-cs"/>
        </a:defRPr>
      </a:lvl3pPr>
      <a:lvl4pPr marL="992191" algn="l" defTabSz="661460" rtl="0" eaLnBrk="1" latinLnBrk="0" hangingPunct="1">
        <a:defRPr sz="1302" kern="1200">
          <a:solidFill>
            <a:schemeClr val="tx1"/>
          </a:solidFill>
          <a:latin typeface="+mn-lt"/>
          <a:ea typeface="+mn-ea"/>
          <a:cs typeface="+mn-cs"/>
        </a:defRPr>
      </a:lvl4pPr>
      <a:lvl5pPr marL="1322921" algn="l" defTabSz="661460" rtl="0" eaLnBrk="1" latinLnBrk="0" hangingPunct="1">
        <a:defRPr sz="1302" kern="1200">
          <a:solidFill>
            <a:schemeClr val="tx1"/>
          </a:solidFill>
          <a:latin typeface="+mn-lt"/>
          <a:ea typeface="+mn-ea"/>
          <a:cs typeface="+mn-cs"/>
        </a:defRPr>
      </a:lvl5pPr>
      <a:lvl6pPr marL="1653651" algn="l" defTabSz="661460" rtl="0" eaLnBrk="1" latinLnBrk="0" hangingPunct="1">
        <a:defRPr sz="1302" kern="1200">
          <a:solidFill>
            <a:schemeClr val="tx1"/>
          </a:solidFill>
          <a:latin typeface="+mn-lt"/>
          <a:ea typeface="+mn-ea"/>
          <a:cs typeface="+mn-cs"/>
        </a:defRPr>
      </a:lvl6pPr>
      <a:lvl7pPr marL="1984381" algn="l" defTabSz="661460" rtl="0" eaLnBrk="1" latinLnBrk="0" hangingPunct="1">
        <a:defRPr sz="1302" kern="1200">
          <a:solidFill>
            <a:schemeClr val="tx1"/>
          </a:solidFill>
          <a:latin typeface="+mn-lt"/>
          <a:ea typeface="+mn-ea"/>
          <a:cs typeface="+mn-cs"/>
        </a:defRPr>
      </a:lvl7pPr>
      <a:lvl8pPr marL="2315111" algn="l" defTabSz="661460" rtl="0" eaLnBrk="1" latinLnBrk="0" hangingPunct="1">
        <a:defRPr sz="1302" kern="1200">
          <a:solidFill>
            <a:schemeClr val="tx1"/>
          </a:solidFill>
          <a:latin typeface="+mn-lt"/>
          <a:ea typeface="+mn-ea"/>
          <a:cs typeface="+mn-cs"/>
        </a:defRPr>
      </a:lvl8pPr>
      <a:lvl9pPr marL="2645842" algn="l" defTabSz="661460" rtl="0" eaLnBrk="1" latinLnBrk="0" hangingPunct="1">
        <a:defRPr sz="130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5092B-22AE-914E-9871-E123B05FD0B5}"/>
              </a:ext>
            </a:extLst>
          </p:cNvPr>
          <p:cNvSpPr>
            <a:spLocks noGrp="1"/>
          </p:cNvSpPr>
          <p:nvPr>
            <p:ph type="title"/>
          </p:nvPr>
        </p:nvSpPr>
        <p:spPr>
          <a:xfrm>
            <a:off x="457200" y="216000"/>
            <a:ext cx="7886700" cy="994172"/>
          </a:xfrm>
          <a:prstGeom prst="rect">
            <a:avLst/>
          </a:prstGeom>
        </p:spPr>
        <p:txBody>
          <a:bodyPr vert="horz" lIns="25200" tIns="25200" rIns="25200" bIns="25200" rtlCol="0" anchor="ctr">
            <a:normAutofit/>
          </a:bodyPr>
          <a:lstStyle/>
          <a:p>
            <a:r>
              <a:rPr lang="en-US"/>
              <a:t>Click to edit Master title style</a:t>
            </a:r>
            <a:endParaRPr lang="en-FI" dirty="0"/>
          </a:p>
        </p:txBody>
      </p:sp>
      <p:sp>
        <p:nvSpPr>
          <p:cNvPr id="3" name="Text Placeholder 2">
            <a:extLst>
              <a:ext uri="{FF2B5EF4-FFF2-40B4-BE49-F238E27FC236}">
                <a16:creationId xmlns:a16="http://schemas.microsoft.com/office/drawing/2014/main" id="{C02D9FF2-3F61-1240-98C7-FCCA8470DDED}"/>
              </a:ext>
            </a:extLst>
          </p:cNvPr>
          <p:cNvSpPr>
            <a:spLocks noGrp="1"/>
          </p:cNvSpPr>
          <p:nvPr>
            <p:ph type="body" idx="1"/>
          </p:nvPr>
        </p:nvSpPr>
        <p:spPr>
          <a:xfrm>
            <a:off x="457200" y="1224000"/>
            <a:ext cx="7886700" cy="3263504"/>
          </a:xfrm>
          <a:prstGeom prst="rect">
            <a:avLst/>
          </a:prstGeom>
        </p:spPr>
        <p:txBody>
          <a:bodyPr vert="horz" lIns="25200" tIns="25200" rIns="25200" bIns="252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dirty="0"/>
          </a:p>
        </p:txBody>
      </p:sp>
    </p:spTree>
    <p:extLst>
      <p:ext uri="{BB962C8B-B14F-4D97-AF65-F5344CB8AC3E}">
        <p14:creationId xmlns:p14="http://schemas.microsoft.com/office/powerpoint/2010/main" val="209977192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txStyles>
    <p:titleStyle>
      <a:lvl1pPr algn="l" defTabSz="661460" rtl="0" eaLnBrk="1" latinLnBrk="0" hangingPunct="1">
        <a:lnSpc>
          <a:spcPct val="90000"/>
        </a:lnSpc>
        <a:spcBef>
          <a:spcPct val="0"/>
        </a:spcBef>
        <a:buNone/>
        <a:defRPr sz="3000" b="0" i="0" kern="1200">
          <a:solidFill>
            <a:schemeClr val="accent2"/>
          </a:solidFill>
          <a:latin typeface="Arial" panose="020B0604020202020204" pitchFamily="34" charset="0"/>
          <a:ea typeface="+mj-ea"/>
          <a:cs typeface="Arial" panose="020B0604020202020204" pitchFamily="34" charset="0"/>
        </a:defRPr>
      </a:lvl1pPr>
    </p:titleStyle>
    <p:bodyStyle>
      <a:lvl1pPr marL="216000" indent="-216000" algn="l" defTabSz="661460" rtl="0" eaLnBrk="1" latinLnBrk="0" hangingPunct="1">
        <a:lnSpc>
          <a:spcPct val="100000"/>
        </a:lnSpc>
        <a:spcBef>
          <a:spcPts val="700"/>
        </a:spcBef>
        <a:buClr>
          <a:schemeClr val="accent2"/>
        </a:buClr>
        <a:buFont typeface="Arial" panose="020B0604020202020204" pitchFamily="34" charset="0"/>
        <a:buChar char="•"/>
        <a:defRPr sz="2200" kern="1200">
          <a:solidFill>
            <a:schemeClr val="accent1"/>
          </a:solidFill>
          <a:latin typeface="+mn-lt"/>
          <a:ea typeface="+mn-ea"/>
          <a:cs typeface="+mn-cs"/>
        </a:defRPr>
      </a:lvl1pPr>
      <a:lvl2pPr marL="576000" indent="-216000" algn="l" defTabSz="661460" rtl="0" eaLnBrk="1" latinLnBrk="0" hangingPunct="1">
        <a:lnSpc>
          <a:spcPct val="100000"/>
        </a:lnSpc>
        <a:spcBef>
          <a:spcPts val="400"/>
        </a:spcBef>
        <a:buClr>
          <a:schemeClr val="accent3"/>
        </a:buClr>
        <a:buFont typeface="Arial" panose="020B0604020202020204" pitchFamily="34" charset="0"/>
        <a:buChar char="•"/>
        <a:defRPr sz="1600" kern="1200">
          <a:solidFill>
            <a:schemeClr val="accent1"/>
          </a:solidFill>
          <a:latin typeface="+mn-lt"/>
          <a:ea typeface="+mn-ea"/>
          <a:cs typeface="+mn-cs"/>
        </a:defRPr>
      </a:lvl2pPr>
      <a:lvl3pPr marL="93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1400" kern="1200">
          <a:solidFill>
            <a:schemeClr val="accent1"/>
          </a:solidFill>
          <a:latin typeface="+mn-lt"/>
          <a:ea typeface="+mn-ea"/>
          <a:cs typeface="+mn-cs"/>
        </a:defRPr>
      </a:lvl3pPr>
      <a:lvl4pPr marL="129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1100" kern="1200">
          <a:solidFill>
            <a:schemeClr val="accent1"/>
          </a:solidFill>
          <a:latin typeface="+mn-lt"/>
          <a:ea typeface="+mn-ea"/>
          <a:cs typeface="+mn-cs"/>
        </a:defRPr>
      </a:lvl4pPr>
      <a:lvl5pPr marL="1656000" indent="-216000" algn="l" defTabSz="661460" rtl="0" eaLnBrk="1" latinLnBrk="0" hangingPunct="1">
        <a:lnSpc>
          <a:spcPct val="100000"/>
        </a:lnSpc>
        <a:spcBef>
          <a:spcPts val="300"/>
        </a:spcBef>
        <a:buClr>
          <a:schemeClr val="accent3">
            <a:lumMod val="60000"/>
            <a:lumOff val="40000"/>
          </a:schemeClr>
        </a:buClr>
        <a:buFont typeface="Arial" panose="020B0604020202020204" pitchFamily="34" charset="0"/>
        <a:buChar char="•"/>
        <a:defRPr sz="900" kern="1200">
          <a:solidFill>
            <a:schemeClr val="accent1"/>
          </a:solidFill>
          <a:latin typeface="+mn-lt"/>
          <a:ea typeface="+mn-ea"/>
          <a:cs typeface="+mn-cs"/>
        </a:defRPr>
      </a:lvl5pPr>
      <a:lvl6pPr marL="1819016"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6pPr>
      <a:lvl7pPr marL="2149747"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7pPr>
      <a:lvl8pPr marL="2480476"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8pPr>
      <a:lvl9pPr marL="2811207" indent="-165365" algn="l" defTabSz="661460" rtl="0" eaLnBrk="1" latinLnBrk="0" hangingPunct="1">
        <a:lnSpc>
          <a:spcPct val="90000"/>
        </a:lnSpc>
        <a:spcBef>
          <a:spcPts val="362"/>
        </a:spcBef>
        <a:buFont typeface="Arial" panose="020B0604020202020204" pitchFamily="34" charset="0"/>
        <a:buChar char="•"/>
        <a:defRPr sz="1302" kern="1200">
          <a:solidFill>
            <a:schemeClr val="tx1"/>
          </a:solidFill>
          <a:latin typeface="+mn-lt"/>
          <a:ea typeface="+mn-ea"/>
          <a:cs typeface="+mn-cs"/>
        </a:defRPr>
      </a:lvl9pPr>
    </p:bodyStyle>
    <p:otherStyle>
      <a:defPPr>
        <a:defRPr lang="en-FI"/>
      </a:defPPr>
      <a:lvl1pPr marL="0" algn="l" defTabSz="661460" rtl="0" eaLnBrk="1" latinLnBrk="0" hangingPunct="1">
        <a:defRPr sz="1302" kern="1200">
          <a:solidFill>
            <a:schemeClr val="tx1"/>
          </a:solidFill>
          <a:latin typeface="+mn-lt"/>
          <a:ea typeface="+mn-ea"/>
          <a:cs typeface="+mn-cs"/>
        </a:defRPr>
      </a:lvl1pPr>
      <a:lvl2pPr marL="330731" algn="l" defTabSz="661460" rtl="0" eaLnBrk="1" latinLnBrk="0" hangingPunct="1">
        <a:defRPr sz="1302" kern="1200">
          <a:solidFill>
            <a:schemeClr val="tx1"/>
          </a:solidFill>
          <a:latin typeface="+mn-lt"/>
          <a:ea typeface="+mn-ea"/>
          <a:cs typeface="+mn-cs"/>
        </a:defRPr>
      </a:lvl2pPr>
      <a:lvl3pPr marL="661460" algn="l" defTabSz="661460" rtl="0" eaLnBrk="1" latinLnBrk="0" hangingPunct="1">
        <a:defRPr sz="1302" kern="1200">
          <a:solidFill>
            <a:schemeClr val="tx1"/>
          </a:solidFill>
          <a:latin typeface="+mn-lt"/>
          <a:ea typeface="+mn-ea"/>
          <a:cs typeface="+mn-cs"/>
        </a:defRPr>
      </a:lvl3pPr>
      <a:lvl4pPr marL="992191" algn="l" defTabSz="661460" rtl="0" eaLnBrk="1" latinLnBrk="0" hangingPunct="1">
        <a:defRPr sz="1302" kern="1200">
          <a:solidFill>
            <a:schemeClr val="tx1"/>
          </a:solidFill>
          <a:latin typeface="+mn-lt"/>
          <a:ea typeface="+mn-ea"/>
          <a:cs typeface="+mn-cs"/>
        </a:defRPr>
      </a:lvl4pPr>
      <a:lvl5pPr marL="1322921" algn="l" defTabSz="661460" rtl="0" eaLnBrk="1" latinLnBrk="0" hangingPunct="1">
        <a:defRPr sz="1302" kern="1200">
          <a:solidFill>
            <a:schemeClr val="tx1"/>
          </a:solidFill>
          <a:latin typeface="+mn-lt"/>
          <a:ea typeface="+mn-ea"/>
          <a:cs typeface="+mn-cs"/>
        </a:defRPr>
      </a:lvl5pPr>
      <a:lvl6pPr marL="1653651" algn="l" defTabSz="661460" rtl="0" eaLnBrk="1" latinLnBrk="0" hangingPunct="1">
        <a:defRPr sz="1302" kern="1200">
          <a:solidFill>
            <a:schemeClr val="tx1"/>
          </a:solidFill>
          <a:latin typeface="+mn-lt"/>
          <a:ea typeface="+mn-ea"/>
          <a:cs typeface="+mn-cs"/>
        </a:defRPr>
      </a:lvl6pPr>
      <a:lvl7pPr marL="1984381" algn="l" defTabSz="661460" rtl="0" eaLnBrk="1" latinLnBrk="0" hangingPunct="1">
        <a:defRPr sz="1302" kern="1200">
          <a:solidFill>
            <a:schemeClr val="tx1"/>
          </a:solidFill>
          <a:latin typeface="+mn-lt"/>
          <a:ea typeface="+mn-ea"/>
          <a:cs typeface="+mn-cs"/>
        </a:defRPr>
      </a:lvl7pPr>
      <a:lvl8pPr marL="2315111" algn="l" defTabSz="661460" rtl="0" eaLnBrk="1" latinLnBrk="0" hangingPunct="1">
        <a:defRPr sz="1302" kern="1200">
          <a:solidFill>
            <a:schemeClr val="tx1"/>
          </a:solidFill>
          <a:latin typeface="+mn-lt"/>
          <a:ea typeface="+mn-ea"/>
          <a:cs typeface="+mn-cs"/>
        </a:defRPr>
      </a:lvl8pPr>
      <a:lvl9pPr marL="2645842" algn="l" defTabSz="661460" rtl="0" eaLnBrk="1" latinLnBrk="0" hangingPunct="1">
        <a:defRPr sz="130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352800" y="237600"/>
            <a:ext cx="8510400" cy="738000"/>
          </a:xfrm>
          <a:prstGeom prst="rect">
            <a:avLst/>
          </a:prstGeom>
        </p:spPr>
        <p:txBody>
          <a:bodyPr vert="horz" lIns="25200" tIns="25200" rIns="25200" bIns="25200" rtlCol="0" anchor="ctr" anchorCtr="0">
            <a:normAutofit/>
          </a:bodyPr>
          <a:lstStyle/>
          <a:p>
            <a:r>
              <a:rPr lang="fi-FI"/>
              <a:t>Muokkaa </a:t>
            </a:r>
            <a:r>
              <a:rPr lang="fi-FI" err="1"/>
              <a:t>perustyyl</a:t>
            </a:r>
            <a:r>
              <a:rPr lang="fi-FI"/>
              <a:t>. </a:t>
            </a:r>
            <a:r>
              <a:rPr lang="fi-FI" err="1"/>
              <a:t>napsautt</a:t>
            </a:r>
            <a:r>
              <a:rPr lang="fi-FI"/>
              <a:t>.</a:t>
            </a:r>
          </a:p>
        </p:txBody>
      </p:sp>
      <p:sp>
        <p:nvSpPr>
          <p:cNvPr id="3" name="Tekstin paikkamerkki 2"/>
          <p:cNvSpPr>
            <a:spLocks noGrp="1"/>
          </p:cNvSpPr>
          <p:nvPr>
            <p:ph type="body" idx="1"/>
          </p:nvPr>
        </p:nvSpPr>
        <p:spPr>
          <a:xfrm>
            <a:off x="352800" y="1130400"/>
            <a:ext cx="7848000" cy="3240000"/>
          </a:xfrm>
          <a:prstGeom prst="rect">
            <a:avLst/>
          </a:prstGeom>
        </p:spPr>
        <p:txBody>
          <a:bodyPr vert="horz" lIns="25200" tIns="25200" rIns="25200" bIns="25200" rtlCol="0">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a:p>
            <a:pPr lvl="5"/>
            <a:r>
              <a:rPr lang="fi-FI"/>
              <a:t>6</a:t>
            </a:r>
          </a:p>
          <a:p>
            <a:pPr lvl="6"/>
            <a:r>
              <a:rPr lang="fi-FI"/>
              <a:t>7</a:t>
            </a:r>
          </a:p>
          <a:p>
            <a:pPr lvl="7"/>
            <a:r>
              <a:rPr lang="fi-FI"/>
              <a:t>8</a:t>
            </a:r>
          </a:p>
          <a:p>
            <a:pPr lvl="8"/>
            <a:r>
              <a:rPr lang="fi-FI"/>
              <a:t>9</a:t>
            </a:r>
          </a:p>
        </p:txBody>
      </p:sp>
      <p:sp>
        <p:nvSpPr>
          <p:cNvPr id="8" name="Turvaluokitus"/>
          <p:cNvSpPr txBox="1">
            <a:spLocks noChangeArrowheads="1"/>
          </p:cNvSpPr>
          <p:nvPr/>
        </p:nvSpPr>
        <p:spPr bwMode="auto">
          <a:xfrm>
            <a:off x="1234856" y="4813014"/>
            <a:ext cx="3841200" cy="135000"/>
          </a:xfrm>
          <a:prstGeom prst="rect">
            <a:avLst/>
          </a:prstGeom>
          <a:noFill/>
          <a:ln w="9525">
            <a:noFill/>
            <a:miter lim="800000"/>
            <a:headEnd/>
            <a:tailEnd/>
          </a:ln>
          <a:effectLst/>
        </p:spPr>
        <p:txBody>
          <a:bodyPr lIns="25200" tIns="25200" rIns="25200" bIns="25200"/>
          <a:lstStyle/>
          <a:p>
            <a:pPr algn="l"/>
            <a:endParaRPr lang="en-GB" sz="900">
              <a:solidFill>
                <a:srgbClr val="808080"/>
              </a:solidFill>
              <a:latin typeface="+mn-lt"/>
              <a:cs typeface="Arial" pitchFamily="34" charset="0"/>
            </a:endParaRPr>
          </a:p>
        </p:txBody>
      </p:sp>
      <p:sp>
        <p:nvSpPr>
          <p:cNvPr id="4" name="Dian numeron paikkamerkki 3"/>
          <p:cNvSpPr>
            <a:spLocks noGrp="1"/>
          </p:cNvSpPr>
          <p:nvPr>
            <p:ph type="sldNum" sz="quarter" idx="4"/>
          </p:nvPr>
        </p:nvSpPr>
        <p:spPr>
          <a:xfrm>
            <a:off x="338400" y="4824900"/>
            <a:ext cx="849224" cy="135000"/>
          </a:xfrm>
          <a:prstGeom prst="rect">
            <a:avLst/>
          </a:prstGeom>
        </p:spPr>
        <p:txBody>
          <a:bodyPr vert="horz" lIns="25200" tIns="25200" rIns="25200" bIns="25200" rtlCol="0" anchor="ctr"/>
          <a:lstStyle>
            <a:lvl1pPr algn="l">
              <a:defRPr sz="900">
                <a:solidFill>
                  <a:schemeClr val="tx1">
                    <a:tint val="75000"/>
                  </a:schemeClr>
                </a:solidFill>
                <a:latin typeface="+mn-lt"/>
                <a:cs typeface="Arial" pitchFamily="34" charset="0"/>
              </a:defRPr>
            </a:lvl1pPr>
          </a:lstStyle>
          <a:p>
            <a:fld id="{ABDD62AB-4532-4F49-AC82-62CE9ED7FFA2}" type="slidenum">
              <a:rPr lang="fi-FI" smtClean="0"/>
              <a:pPr/>
              <a:t>‹#›</a:t>
            </a:fld>
            <a:endParaRPr lang="fi-FI"/>
          </a:p>
        </p:txBody>
      </p:sp>
      <p:pic>
        <p:nvPicPr>
          <p:cNvPr id="6" name="elisa_small"/>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0800" y="4604400"/>
            <a:ext cx="850909" cy="540000"/>
          </a:xfrm>
          <a:prstGeom prst="rect">
            <a:avLst/>
          </a:prstGeom>
        </p:spPr>
      </p:pic>
    </p:spTree>
    <p:extLst>
      <p:ext uri="{BB962C8B-B14F-4D97-AF65-F5344CB8AC3E}">
        <p14:creationId xmlns:p14="http://schemas.microsoft.com/office/powerpoint/2010/main" val="73728963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Lst>
  <p:hf hdr="0" ftr="0" dt="0"/>
  <p:txStyles>
    <p:titleStyle>
      <a:lvl1pPr algn="l" defTabSz="914400" rtl="0" eaLnBrk="1" latinLnBrk="0" hangingPunct="1">
        <a:spcBef>
          <a:spcPct val="0"/>
        </a:spcBef>
        <a:buNone/>
        <a:defRPr sz="3000" b="0" kern="1200">
          <a:solidFill>
            <a:srgbClr val="0019AF"/>
          </a:solidFill>
          <a:latin typeface="+mj-lt"/>
          <a:ea typeface="+mj-ea"/>
          <a:cs typeface="+mj-cs"/>
        </a:defRPr>
      </a:lvl1pPr>
    </p:titleStyle>
    <p:bodyStyle>
      <a:lvl1pPr marL="284400" indent="-284400" algn="l" defTabSz="914400" rtl="0" eaLnBrk="1" latinLnBrk="0" hangingPunct="1">
        <a:lnSpc>
          <a:spcPts val="1900"/>
        </a:lnSpc>
        <a:spcBef>
          <a:spcPts val="900"/>
        </a:spcBef>
        <a:spcAft>
          <a:spcPts val="0"/>
        </a:spcAft>
        <a:buClr>
          <a:srgbClr val="0019AF"/>
        </a:buClr>
        <a:buFont typeface="Arial" pitchFamily="34" charset="0"/>
        <a:buChar char="•"/>
        <a:defRPr sz="1800" kern="1200">
          <a:solidFill>
            <a:schemeClr val="tx1"/>
          </a:solidFill>
          <a:latin typeface="+mn-lt"/>
          <a:ea typeface="+mn-ea"/>
          <a:cs typeface="+mn-cs"/>
        </a:defRPr>
      </a:lvl1pPr>
      <a:lvl2pPr marL="579600" indent="-266400" algn="l" defTabSz="914400" rtl="0" eaLnBrk="1" latinLnBrk="0" hangingPunct="1">
        <a:spcBef>
          <a:spcPts val="0"/>
        </a:spcBef>
        <a:spcAft>
          <a:spcPts val="0"/>
        </a:spcAft>
        <a:buClr>
          <a:schemeClr val="accent6"/>
        </a:buClr>
        <a:buFont typeface="Arial" pitchFamily="34" charset="0"/>
        <a:buChar char="•"/>
        <a:defRPr sz="1100" kern="1200">
          <a:solidFill>
            <a:schemeClr val="tx1"/>
          </a:solidFill>
          <a:latin typeface="+mn-lt"/>
          <a:ea typeface="+mn-ea"/>
          <a:cs typeface="+mn-cs"/>
        </a:defRPr>
      </a:lvl2pPr>
      <a:lvl3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3pPr>
      <a:lvl4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4pPr>
      <a:lvl5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5pPr>
      <a:lvl6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6pPr>
      <a:lvl7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7pPr>
      <a:lvl8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8pPr>
      <a:lvl9pPr marL="900000" indent="-266400" algn="l" defTabSz="914400" rtl="0" eaLnBrk="1" latinLnBrk="0" hangingPunct="1">
        <a:lnSpc>
          <a:spcPct val="90000"/>
        </a:lnSpc>
        <a:spcBef>
          <a:spcPts val="0"/>
        </a:spcBef>
        <a:spcAft>
          <a:spcPts val="0"/>
        </a:spcAft>
        <a:buClr>
          <a:schemeClr val="accent6"/>
        </a:buClr>
        <a:buFont typeface="Arial" pitchFamily="34" charset="0"/>
        <a:buChar char="•"/>
        <a:defRPr sz="9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 /><Relationship Id="rId2" Type="http://schemas.openxmlformats.org/officeDocument/2006/relationships/notesSlide" Target="../notesSlides/notesSlide1.xml" /><Relationship Id="rId1" Type="http://schemas.openxmlformats.org/officeDocument/2006/relationships/slideLayout" Target="../slideLayouts/slideLayout11.xml" /><Relationship Id="rId4" Type="http://schemas.openxmlformats.org/officeDocument/2006/relationships/image" Target="../media/image9.png" /></Relationships>
</file>

<file path=ppt/slides/_rels/slide2.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8.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 /></Relationships>
</file>

<file path=ppt/slides/_rels/slide5.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 /></Relationships>
</file>

<file path=ppt/slides/_rels/slide8.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 /><Relationship Id="rId7" Type="http://schemas.microsoft.com/office/2007/relationships/diagramDrawing" Target="../diagrams/drawing2.xml" /><Relationship Id="rId2" Type="http://schemas.openxmlformats.org/officeDocument/2006/relationships/image" Target="../media/image13.jpeg" /><Relationship Id="rId1" Type="http://schemas.openxmlformats.org/officeDocument/2006/relationships/slideLayout" Target="../slideLayouts/slideLayout8.xml" /><Relationship Id="rId6" Type="http://schemas.openxmlformats.org/officeDocument/2006/relationships/diagramColors" Target="../diagrams/colors2.xml" /><Relationship Id="rId5" Type="http://schemas.openxmlformats.org/officeDocument/2006/relationships/diagramQuickStyle" Target="../diagrams/quickStyle2.xml" /><Relationship Id="rId4" Type="http://schemas.openxmlformats.org/officeDocument/2006/relationships/diagramLayout" Target="../diagrams/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16.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4.xml" /></Relationships>
</file>

<file path=ppt/slides/_rels/slide17.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4.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hand on a computer&#10;&#10;Description automatically generated with low confidence">
            <a:extLst>
              <a:ext uri="{FF2B5EF4-FFF2-40B4-BE49-F238E27FC236}">
                <a16:creationId xmlns:a16="http://schemas.microsoft.com/office/drawing/2014/main" id="{9721CBAA-0225-F2F3-4914-9861210280D6}"/>
              </a:ext>
            </a:extLst>
          </p:cNvPr>
          <p:cNvPicPr>
            <a:picLocks noChangeAspect="1"/>
          </p:cNvPicPr>
          <p:nvPr/>
        </p:nvPicPr>
        <p:blipFill>
          <a:blip r:embed="rId3"/>
          <a:stretch>
            <a:fillRect/>
          </a:stretch>
        </p:blipFill>
        <p:spPr>
          <a:xfrm>
            <a:off x="0" y="0"/>
            <a:ext cx="9144000" cy="5143500"/>
          </a:xfrm>
          <a:prstGeom prst="rect">
            <a:avLst/>
          </a:prstGeom>
        </p:spPr>
      </p:pic>
      <p:sp>
        <p:nvSpPr>
          <p:cNvPr id="2" name="Rectangle 1">
            <a:extLst>
              <a:ext uri="{FF2B5EF4-FFF2-40B4-BE49-F238E27FC236}">
                <a16:creationId xmlns:a16="http://schemas.microsoft.com/office/drawing/2014/main" id="{F5D2B755-4A62-482A-322A-9C907D3E38DB}"/>
              </a:ext>
            </a:extLst>
          </p:cNvPr>
          <p:cNvSpPr/>
          <p:nvPr/>
        </p:nvSpPr>
        <p:spPr>
          <a:xfrm>
            <a:off x="-3225" y="-2"/>
            <a:ext cx="9147224" cy="5143501"/>
          </a:xfrm>
          <a:prstGeom prst="rect">
            <a:avLst/>
          </a:prstGeom>
          <a:gradFill>
            <a:gsLst>
              <a:gs pos="25000">
                <a:schemeClr val="accent1">
                  <a:alpha val="40000"/>
                </a:schemeClr>
              </a:gs>
              <a:gs pos="75000">
                <a:schemeClr val="accent1">
                  <a:alpha val="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FI">
              <a:solidFill>
                <a:srgbClr val="FFFFFF"/>
              </a:solidFill>
              <a:latin typeface="Arial" panose="020B0604020202020204"/>
            </a:endParaRPr>
          </a:p>
        </p:txBody>
      </p:sp>
      <p:grpSp>
        <p:nvGrpSpPr>
          <p:cNvPr id="9" name="Group 8">
            <a:extLst>
              <a:ext uri="{FF2B5EF4-FFF2-40B4-BE49-F238E27FC236}">
                <a16:creationId xmlns:a16="http://schemas.microsoft.com/office/drawing/2014/main" id="{4207B144-ED61-E2A5-C9F6-D44549C51AD1}"/>
              </a:ext>
            </a:extLst>
          </p:cNvPr>
          <p:cNvGrpSpPr/>
          <p:nvPr/>
        </p:nvGrpSpPr>
        <p:grpSpPr>
          <a:xfrm>
            <a:off x="612910" y="360000"/>
            <a:ext cx="8208990" cy="2335464"/>
            <a:chOff x="612910" y="488019"/>
            <a:chExt cx="8208990" cy="2335464"/>
          </a:xfrm>
        </p:grpSpPr>
        <p:sp>
          <p:nvSpPr>
            <p:cNvPr id="3" name="Otsikko 4">
              <a:extLst>
                <a:ext uri="{FF2B5EF4-FFF2-40B4-BE49-F238E27FC236}">
                  <a16:creationId xmlns:a16="http://schemas.microsoft.com/office/drawing/2014/main" id="{26A5430C-EA3D-5425-9387-1C1D3E431F55}"/>
                </a:ext>
              </a:extLst>
            </p:cNvPr>
            <p:cNvSpPr txBox="1">
              <a:spLocks/>
            </p:cNvSpPr>
            <p:nvPr/>
          </p:nvSpPr>
          <p:spPr>
            <a:xfrm>
              <a:off x="612910" y="488019"/>
              <a:ext cx="8208990" cy="920213"/>
            </a:xfrm>
            <a:prstGeom prst="rect">
              <a:avLst/>
            </a:prstGeom>
          </p:spPr>
          <p:txBody>
            <a:bodyPr vert="horz" lIns="24308" tIns="24308" rIns="24308" bIns="24308" rtlCol="0" anchor="b" anchorCtr="0">
              <a:normAutofit fontScale="92500"/>
            </a:bodyPr>
            <a:lstStyle>
              <a:lvl1pPr algn="ctr" defTabSz="914400" rtl="0" eaLnBrk="1" latinLnBrk="0" hangingPunct="1">
                <a:spcBef>
                  <a:spcPct val="0"/>
                </a:spcBef>
                <a:buNone/>
                <a:defRPr sz="4400" b="0" kern="1200">
                  <a:solidFill>
                    <a:schemeClr val="tx1"/>
                  </a:solidFill>
                  <a:latin typeface="+mj-lt"/>
                  <a:ea typeface="+mj-ea"/>
                  <a:cs typeface="+mj-cs"/>
                </a:defRPr>
              </a:lvl1pPr>
            </a:lstStyle>
            <a:p>
              <a:pPr algn="l"/>
              <a:r>
                <a:rPr lang="fi-FI" sz="4630" dirty="0">
                  <a:solidFill>
                    <a:schemeClr val="bg1"/>
                  </a:solidFill>
                  <a:latin typeface="+mn-lt"/>
                  <a:cs typeface="Arial" panose="020B0604020202020204" pitchFamily="34" charset="0"/>
                </a:rPr>
                <a:t>Adventures of Identity </a:t>
              </a:r>
              <a:r>
                <a:rPr lang="fi-FI" sz="4630" dirty="0" err="1">
                  <a:solidFill>
                    <a:schemeClr val="bg1"/>
                  </a:solidFill>
                  <a:latin typeface="+mn-lt"/>
                  <a:cs typeface="Arial" panose="020B0604020202020204" pitchFamily="34" charset="0"/>
                </a:rPr>
                <a:t>Protection</a:t>
              </a:r>
              <a:endParaRPr lang="fi-FI" sz="4630" dirty="0">
                <a:solidFill>
                  <a:schemeClr val="bg1"/>
                </a:solidFill>
                <a:latin typeface="+mn-lt"/>
                <a:cs typeface="Arial" panose="020B0604020202020204" pitchFamily="34" charset="0"/>
              </a:endParaRPr>
            </a:p>
          </p:txBody>
        </p:sp>
        <p:sp>
          <p:nvSpPr>
            <p:cNvPr id="4" name="Otsikko 4">
              <a:extLst>
                <a:ext uri="{FF2B5EF4-FFF2-40B4-BE49-F238E27FC236}">
                  <a16:creationId xmlns:a16="http://schemas.microsoft.com/office/drawing/2014/main" id="{C9F01EC4-1715-EDFF-04F7-AA0C6EAD33FD}"/>
                </a:ext>
              </a:extLst>
            </p:cNvPr>
            <p:cNvSpPr txBox="1">
              <a:spLocks/>
            </p:cNvSpPr>
            <p:nvPr/>
          </p:nvSpPr>
          <p:spPr>
            <a:xfrm>
              <a:off x="612910" y="1553434"/>
              <a:ext cx="8208990" cy="503466"/>
            </a:xfrm>
            <a:prstGeom prst="rect">
              <a:avLst/>
            </a:prstGeom>
          </p:spPr>
          <p:txBody>
            <a:bodyPr vert="horz" lIns="24308" tIns="24308" rIns="24308" bIns="24308" rtlCol="0" anchor="t" anchorCtr="0">
              <a:noAutofit/>
            </a:bodyPr>
            <a:lstStyle>
              <a:lvl1pPr algn="ctr" defTabSz="914400" rtl="0" eaLnBrk="1" latinLnBrk="0" hangingPunct="1">
                <a:spcBef>
                  <a:spcPct val="0"/>
                </a:spcBef>
                <a:buNone/>
                <a:defRPr sz="4400" b="0" kern="1200">
                  <a:solidFill>
                    <a:schemeClr val="tx1"/>
                  </a:solidFill>
                  <a:latin typeface="+mj-lt"/>
                  <a:ea typeface="+mj-ea"/>
                  <a:cs typeface="+mj-cs"/>
                </a:defRPr>
              </a:lvl1pPr>
            </a:lstStyle>
            <a:p>
              <a:pPr algn="l"/>
              <a:r>
                <a:rPr lang="fi-FI" sz="1929" dirty="0" err="1">
                  <a:solidFill>
                    <a:schemeClr val="bg1">
                      <a:lumMod val="95000"/>
                    </a:schemeClr>
                  </a:solidFill>
                  <a:latin typeface="Arial" panose="020B0604020202020204" pitchFamily="34" charset="0"/>
                  <a:cs typeface="Arial" panose="020B0604020202020204" pitchFamily="34" charset="0"/>
                </a:rPr>
                <a:t>Modernizing</a:t>
              </a:r>
              <a:r>
                <a:rPr lang="fi-FI" sz="1929" dirty="0">
                  <a:solidFill>
                    <a:schemeClr val="bg1">
                      <a:lumMod val="95000"/>
                    </a:schemeClr>
                  </a:solidFill>
                  <a:latin typeface="Arial" panose="020B0604020202020204" pitchFamily="34" charset="0"/>
                  <a:cs typeface="Arial" panose="020B0604020202020204" pitchFamily="34" charset="0"/>
                </a:rPr>
                <a:t> </a:t>
              </a:r>
              <a:r>
                <a:rPr lang="fi-FI" sz="1929" dirty="0" err="1">
                  <a:solidFill>
                    <a:schemeClr val="bg1">
                      <a:lumMod val="95000"/>
                    </a:schemeClr>
                  </a:solidFill>
                  <a:latin typeface="Arial" panose="020B0604020202020204" pitchFamily="34" charset="0"/>
                  <a:cs typeface="Arial" panose="020B0604020202020204" pitchFamily="34" charset="0"/>
                </a:rPr>
                <a:t>Conditional</a:t>
              </a:r>
              <a:r>
                <a:rPr lang="fi-FI" sz="1929" dirty="0">
                  <a:solidFill>
                    <a:schemeClr val="bg1">
                      <a:lumMod val="95000"/>
                    </a:schemeClr>
                  </a:solidFill>
                  <a:latin typeface="Arial" panose="020B0604020202020204" pitchFamily="34" charset="0"/>
                  <a:cs typeface="Arial" panose="020B0604020202020204" pitchFamily="34" charset="0"/>
                </a:rPr>
                <a:t> Access </a:t>
              </a:r>
              <a:r>
                <a:rPr lang="fi-FI" sz="1929" dirty="0" err="1">
                  <a:solidFill>
                    <a:schemeClr val="bg1">
                      <a:lumMod val="95000"/>
                    </a:schemeClr>
                  </a:solidFill>
                  <a:latin typeface="Arial" panose="020B0604020202020204" pitchFamily="34" charset="0"/>
                  <a:cs typeface="Arial" panose="020B0604020202020204" pitchFamily="34" charset="0"/>
                </a:rPr>
                <a:t>Policy</a:t>
              </a:r>
              <a:r>
                <a:rPr lang="fi-FI" sz="1929" dirty="0">
                  <a:solidFill>
                    <a:schemeClr val="bg1">
                      <a:lumMod val="95000"/>
                    </a:schemeClr>
                  </a:solidFill>
                  <a:latin typeface="Arial" panose="020B0604020202020204" pitchFamily="34" charset="0"/>
                  <a:cs typeface="Arial" panose="020B0604020202020204" pitchFamily="34" charset="0"/>
                </a:rPr>
                <a:t> </a:t>
              </a:r>
              <a:r>
                <a:rPr lang="fi-FI" sz="1929" dirty="0" err="1">
                  <a:solidFill>
                    <a:schemeClr val="bg1">
                      <a:lumMod val="95000"/>
                    </a:schemeClr>
                  </a:solidFill>
                  <a:latin typeface="Arial" panose="020B0604020202020204" pitchFamily="34" charset="0"/>
                  <a:cs typeface="Arial" panose="020B0604020202020204" pitchFamily="34" charset="0"/>
                </a:rPr>
                <a:t>framework</a:t>
              </a:r>
              <a:endParaRPr lang="fi-FI" sz="1929" dirty="0">
                <a:solidFill>
                  <a:schemeClr val="bg1">
                    <a:lumMod val="95000"/>
                  </a:schemeClr>
                </a:solidFill>
                <a:latin typeface="Arial" panose="020B0604020202020204" pitchFamily="34" charset="0"/>
                <a:cs typeface="Arial" panose="020B0604020202020204" pitchFamily="34" charset="0"/>
              </a:endParaRPr>
            </a:p>
          </p:txBody>
        </p:sp>
        <p:sp>
          <p:nvSpPr>
            <p:cNvPr id="6" name="Otsikko 4">
              <a:extLst>
                <a:ext uri="{FF2B5EF4-FFF2-40B4-BE49-F238E27FC236}">
                  <a16:creationId xmlns:a16="http://schemas.microsoft.com/office/drawing/2014/main" id="{1BBF5AD7-0605-32AC-F323-1D342A3AAD16}"/>
                </a:ext>
              </a:extLst>
            </p:cNvPr>
            <p:cNvSpPr txBox="1">
              <a:spLocks/>
            </p:cNvSpPr>
            <p:nvPr/>
          </p:nvSpPr>
          <p:spPr>
            <a:xfrm>
              <a:off x="612910" y="2320017"/>
              <a:ext cx="8208990" cy="503466"/>
            </a:xfrm>
            <a:prstGeom prst="rect">
              <a:avLst/>
            </a:prstGeom>
          </p:spPr>
          <p:txBody>
            <a:bodyPr vert="horz" lIns="24308" tIns="24308" rIns="24308" bIns="24308" rtlCol="0" anchor="t" anchorCtr="0">
              <a:noAutofit/>
            </a:bodyPr>
            <a:lstStyle>
              <a:lvl1pPr algn="ctr" defTabSz="914400" rtl="0" eaLnBrk="1" latinLnBrk="0" hangingPunct="1">
                <a:spcBef>
                  <a:spcPct val="0"/>
                </a:spcBef>
                <a:buNone/>
                <a:defRPr sz="4400" b="0" kern="1200">
                  <a:solidFill>
                    <a:schemeClr val="tx1"/>
                  </a:solidFill>
                  <a:latin typeface="+mj-lt"/>
                  <a:ea typeface="+mj-ea"/>
                  <a:cs typeface="+mj-cs"/>
                </a:defRPr>
              </a:lvl1pPr>
            </a:lstStyle>
            <a:p>
              <a:pPr algn="l"/>
              <a:r>
                <a:rPr lang="fi-FI" sz="1157" dirty="0">
                  <a:solidFill>
                    <a:schemeClr val="bg1">
                      <a:lumMod val="95000"/>
                    </a:schemeClr>
                  </a:solidFill>
                  <a:latin typeface="Arial" panose="020B0604020202020204" pitchFamily="34" charset="0"/>
                  <a:cs typeface="Arial" panose="020B0604020202020204" pitchFamily="34" charset="0"/>
                </a:rPr>
                <a:t>16.4.2025 Matti Väliniemi</a:t>
              </a:r>
            </a:p>
          </p:txBody>
        </p:sp>
      </p:grpSp>
      <p:pic>
        <p:nvPicPr>
          <p:cNvPr id="7" name="Picture 6" descr="Text&#10;&#10;Description automatically generated with medium confidence">
            <a:extLst>
              <a:ext uri="{FF2B5EF4-FFF2-40B4-BE49-F238E27FC236}">
                <a16:creationId xmlns:a16="http://schemas.microsoft.com/office/drawing/2014/main" id="{EE6250F5-C02B-851F-402A-C1A4E1AAA661}"/>
              </a:ext>
            </a:extLst>
          </p:cNvPr>
          <p:cNvPicPr>
            <a:picLocks noChangeAspect="1"/>
          </p:cNvPicPr>
          <p:nvPr/>
        </p:nvPicPr>
        <p:blipFill>
          <a:blip r:embed="rId4"/>
          <a:stretch>
            <a:fillRect/>
          </a:stretch>
        </p:blipFill>
        <p:spPr>
          <a:xfrm>
            <a:off x="653465" y="3994220"/>
            <a:ext cx="3032526" cy="617533"/>
          </a:xfrm>
          <a:prstGeom prst="rect">
            <a:avLst/>
          </a:prstGeom>
        </p:spPr>
      </p:pic>
    </p:spTree>
    <p:extLst>
      <p:ext uri="{BB962C8B-B14F-4D97-AF65-F5344CB8AC3E}">
        <p14:creationId xmlns:p14="http://schemas.microsoft.com/office/powerpoint/2010/main" val="3156859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5D06D4-68E1-7207-757D-7067659CCAD0}"/>
              </a:ext>
            </a:extLst>
          </p:cNvPr>
          <p:cNvPicPr>
            <a:picLocks noChangeAspect="1"/>
          </p:cNvPicPr>
          <p:nvPr/>
        </p:nvPicPr>
        <p:blipFill rotWithShape="1">
          <a:blip r:embed="rId2"/>
          <a:srcRect t="3888" r="4" b="13669"/>
          <a:stretch/>
        </p:blipFill>
        <p:spPr>
          <a:xfrm>
            <a:off x="5310602" y="-28653"/>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noFill/>
        </p:spPr>
      </p:pic>
      <p:sp>
        <p:nvSpPr>
          <p:cNvPr id="5" name="Title 4">
            <a:extLst>
              <a:ext uri="{FF2B5EF4-FFF2-40B4-BE49-F238E27FC236}">
                <a16:creationId xmlns:a16="http://schemas.microsoft.com/office/drawing/2014/main" id="{6D8A4E67-7C67-C657-4764-54E5A8BC0EA5}"/>
              </a:ext>
            </a:extLst>
          </p:cNvPr>
          <p:cNvSpPr>
            <a:spLocks noGrp="1"/>
          </p:cNvSpPr>
          <p:nvPr>
            <p:ph type="title"/>
          </p:nvPr>
        </p:nvSpPr>
        <p:spPr/>
        <p:txBody>
          <a:bodyPr/>
          <a:lstStyle/>
          <a:p>
            <a:r>
              <a:rPr lang="fi-FI" dirty="0" err="1"/>
              <a:t>Introduction</a:t>
            </a:r>
            <a:r>
              <a:rPr lang="fi-FI" dirty="0"/>
              <a:t> and Agenda</a:t>
            </a:r>
          </a:p>
        </p:txBody>
      </p:sp>
      <p:sp>
        <p:nvSpPr>
          <p:cNvPr id="7" name="Content Placeholder 6">
            <a:extLst>
              <a:ext uri="{FF2B5EF4-FFF2-40B4-BE49-F238E27FC236}">
                <a16:creationId xmlns:a16="http://schemas.microsoft.com/office/drawing/2014/main" id="{50F19510-6948-00DA-01BB-00BE760B4EF7}"/>
              </a:ext>
            </a:extLst>
          </p:cNvPr>
          <p:cNvSpPr>
            <a:spLocks noGrp="1"/>
          </p:cNvSpPr>
          <p:nvPr>
            <p:ph idx="1"/>
          </p:nvPr>
        </p:nvSpPr>
        <p:spPr>
          <a:xfrm>
            <a:off x="457200" y="1003560"/>
            <a:ext cx="4798800" cy="994172"/>
          </a:xfrm>
        </p:spPr>
        <p:txBody>
          <a:bodyPr>
            <a:normAutofit/>
          </a:bodyPr>
          <a:lstStyle/>
          <a:p>
            <a:pPr marL="0" indent="0">
              <a:buNone/>
            </a:pPr>
            <a:r>
              <a:rPr lang="fi-FI" sz="1400" dirty="0"/>
              <a:t>Matti Väliniemi</a:t>
            </a:r>
            <a:br>
              <a:rPr lang="fi-FI" sz="1400" dirty="0"/>
            </a:br>
            <a:r>
              <a:rPr lang="fi-FI" sz="1400" dirty="0"/>
              <a:t>Senior Technical Consultant</a:t>
            </a:r>
            <a:br>
              <a:rPr lang="fi-FI" sz="1400" dirty="0"/>
            </a:br>
            <a:r>
              <a:rPr lang="fi-FI" sz="1400" dirty="0"/>
              <a:t>Microsoft 365, </a:t>
            </a:r>
            <a:r>
              <a:rPr lang="fi-FI" sz="1400" dirty="0" err="1"/>
              <a:t>Endpoints</a:t>
            </a:r>
            <a:r>
              <a:rPr lang="fi-FI" sz="1400" dirty="0"/>
              <a:t>, Security</a:t>
            </a:r>
          </a:p>
        </p:txBody>
      </p:sp>
      <p:sp>
        <p:nvSpPr>
          <p:cNvPr id="8" name="TextBox 7">
            <a:extLst>
              <a:ext uri="{FF2B5EF4-FFF2-40B4-BE49-F238E27FC236}">
                <a16:creationId xmlns:a16="http://schemas.microsoft.com/office/drawing/2014/main" id="{DB3CED50-EE6F-F8A7-1031-FB9542744342}"/>
              </a:ext>
            </a:extLst>
          </p:cNvPr>
          <p:cNvSpPr txBox="1"/>
          <p:nvPr/>
        </p:nvSpPr>
        <p:spPr>
          <a:xfrm>
            <a:off x="457200" y="1897361"/>
            <a:ext cx="4975200" cy="4616648"/>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i-FI" sz="1800" b="0" i="0" u="none" strike="noStrike" kern="1200" cap="none" spc="0" normalizeH="0" baseline="0" noProof="0" dirty="0">
                <a:ln>
                  <a:noFill/>
                </a:ln>
                <a:solidFill>
                  <a:srgbClr val="DEECFF">
                    <a:lumMod val="50000"/>
                  </a:srgbClr>
                </a:solidFill>
                <a:effectLst/>
                <a:uLnTx/>
                <a:uFillTx/>
                <a:latin typeface="Arial" panose="020B0604020202020204"/>
                <a:ea typeface="+mn-ea"/>
                <a:cs typeface="+mn-cs"/>
              </a:rPr>
              <a:t>Agenda</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fi-FI" sz="1600" b="0" i="0" u="none" strike="noStrike" kern="1200" cap="none" spc="0" normalizeH="0" baseline="0" noProof="0" dirty="0">
              <a:ln>
                <a:noFill/>
              </a:ln>
              <a:solidFill>
                <a:srgbClr val="DEECFF">
                  <a:lumMod val="50000"/>
                </a:srgbClr>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i-FI" sz="1600" b="0" i="0" u="none" strike="noStrike" kern="1200" cap="none" spc="0" normalizeH="0" baseline="0" noProof="0" dirty="0" err="1">
                <a:ln>
                  <a:noFill/>
                </a:ln>
                <a:solidFill>
                  <a:srgbClr val="161C42"/>
                </a:solidFill>
                <a:effectLst/>
                <a:uLnTx/>
                <a:uFillTx/>
                <a:latin typeface="Arial" panose="020B0604020202020204"/>
                <a:ea typeface="+mn-ea"/>
                <a:cs typeface="+mn-cs"/>
              </a:rPr>
              <a:t>Conditional</a:t>
            </a:r>
            <a:r>
              <a:rPr kumimoji="0" lang="fi-FI" sz="1600" b="0" i="0" u="none" strike="noStrike" kern="1200" cap="none" spc="0" normalizeH="0" baseline="0" noProof="0" dirty="0">
                <a:ln>
                  <a:noFill/>
                </a:ln>
                <a:solidFill>
                  <a:srgbClr val="161C42"/>
                </a:solidFill>
                <a:effectLst/>
                <a:uLnTx/>
                <a:uFillTx/>
                <a:latin typeface="Arial" panose="020B0604020202020204"/>
                <a:ea typeface="+mn-ea"/>
                <a:cs typeface="+mn-cs"/>
              </a:rPr>
              <a:t> Access </a:t>
            </a:r>
            <a:r>
              <a:rPr kumimoji="0" lang="fi-FI" sz="1600" b="0" i="0" u="none" strike="noStrike" kern="1200" cap="none" spc="0" normalizeH="0" baseline="0" noProof="0" dirty="0" err="1">
                <a:ln>
                  <a:noFill/>
                </a:ln>
                <a:solidFill>
                  <a:srgbClr val="161C42"/>
                </a:solidFill>
                <a:effectLst/>
                <a:uLnTx/>
                <a:uFillTx/>
                <a:latin typeface="Arial" panose="020B0604020202020204"/>
                <a:ea typeface="+mn-ea"/>
                <a:cs typeface="+mn-cs"/>
              </a:rPr>
              <a:t>Policy</a:t>
            </a:r>
            <a:r>
              <a:rPr kumimoji="0" lang="fi-FI" sz="1600" b="0" i="0" u="none" strike="noStrike" kern="1200" cap="none" spc="0" normalizeH="0" baseline="0" noProof="0" dirty="0">
                <a:ln>
                  <a:noFill/>
                </a:ln>
                <a:solidFill>
                  <a:srgbClr val="161C42"/>
                </a:solidFill>
                <a:effectLst/>
                <a:uLnTx/>
                <a:uFillTx/>
                <a:latin typeface="Arial" panose="020B0604020202020204"/>
                <a:ea typeface="+mn-ea"/>
                <a:cs typeface="+mn-cs"/>
              </a:rPr>
              <a:t> </a:t>
            </a:r>
            <a:r>
              <a:rPr kumimoji="0" lang="fi-FI" sz="1600" b="0" i="0" u="none" strike="noStrike" kern="1200" cap="none" spc="0" normalizeH="0" baseline="0" noProof="0" dirty="0" err="1">
                <a:ln>
                  <a:noFill/>
                </a:ln>
                <a:solidFill>
                  <a:srgbClr val="161C42"/>
                </a:solidFill>
                <a:effectLst/>
                <a:uLnTx/>
                <a:uFillTx/>
                <a:latin typeface="Arial" panose="020B0604020202020204"/>
                <a:ea typeface="+mn-ea"/>
                <a:cs typeface="+mn-cs"/>
              </a:rPr>
              <a:t>framework</a:t>
            </a:r>
            <a:endParaRPr lang="fi-FI" sz="16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i-FI" sz="1600" b="0" i="0" u="none" strike="noStrike" kern="1200" cap="none" spc="0" normalizeH="0" baseline="0" noProof="0" dirty="0" err="1">
                <a:ln>
                  <a:noFill/>
                </a:ln>
                <a:solidFill>
                  <a:srgbClr val="161C42"/>
                </a:solidFill>
                <a:effectLst/>
                <a:uLnTx/>
                <a:uFillTx/>
                <a:latin typeface="Arial" panose="020B0604020202020204"/>
                <a:ea typeface="+mn-ea"/>
                <a:cs typeface="+mn-cs"/>
              </a:rPr>
              <a:t>Goals</a:t>
            </a:r>
            <a:endParaRPr kumimoji="0" lang="fi-FI" sz="16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i-FI" sz="1600" dirty="0">
                <a:solidFill>
                  <a:srgbClr val="161C42"/>
                </a:solidFill>
                <a:latin typeface="Arial" panose="020B0604020202020204"/>
              </a:rPr>
              <a:t>Target </a:t>
            </a:r>
            <a:r>
              <a:rPr lang="fi-FI" sz="1600" dirty="0" err="1">
                <a:solidFill>
                  <a:srgbClr val="161C42"/>
                </a:solidFill>
                <a:latin typeface="Arial" panose="020B0604020202020204"/>
              </a:rPr>
              <a:t>methods</a:t>
            </a:r>
            <a:r>
              <a:rPr lang="fi-FI" sz="1600" dirty="0">
                <a:solidFill>
                  <a:srgbClr val="161C42"/>
                </a:solidFill>
                <a:latin typeface="Arial" panose="020B0604020202020204"/>
              </a:rPr>
              <a:t> and </a:t>
            </a:r>
            <a:r>
              <a:rPr lang="fi-FI" sz="1600" dirty="0" err="1">
                <a:solidFill>
                  <a:srgbClr val="161C42"/>
                </a:solidFill>
                <a:latin typeface="Arial" panose="020B0604020202020204"/>
              </a:rPr>
              <a:t>policies</a:t>
            </a:r>
            <a:endParaRPr lang="fi-FI" sz="16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i-FI" sz="1600" dirty="0">
                <a:solidFill>
                  <a:srgbClr val="161C42"/>
                </a:solidFill>
                <a:latin typeface="Arial" panose="020B0604020202020204"/>
              </a:rPr>
              <a:t>Design </a:t>
            </a:r>
            <a:r>
              <a:rPr lang="fi-FI" sz="1600" dirty="0" err="1">
                <a:solidFill>
                  <a:srgbClr val="161C42"/>
                </a:solidFill>
                <a:latin typeface="Arial" panose="020B0604020202020204"/>
              </a:rPr>
              <a:t>principles</a:t>
            </a:r>
            <a:r>
              <a:rPr lang="fi-FI" sz="1600" dirty="0">
                <a:solidFill>
                  <a:srgbClr val="161C42"/>
                </a:solidFill>
                <a:latin typeface="Arial" panose="020B0604020202020204"/>
              </a:rPr>
              <a:t> and </a:t>
            </a:r>
            <a:r>
              <a:rPr lang="fi-FI" sz="1600" dirty="0" err="1">
                <a:solidFill>
                  <a:srgbClr val="161C42"/>
                </a:solidFill>
                <a:latin typeface="Arial" panose="020B0604020202020204"/>
              </a:rPr>
              <a:t>planning</a:t>
            </a:r>
            <a:endParaRPr lang="fi-FI" sz="16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i-FI" sz="1600" b="0" i="0" u="none" strike="noStrike" kern="1200" cap="none" spc="0" normalizeH="0" baseline="0" noProof="0" dirty="0">
                <a:ln>
                  <a:noFill/>
                </a:ln>
                <a:solidFill>
                  <a:srgbClr val="161C42"/>
                </a:solidFill>
                <a:effectLst/>
                <a:uLnTx/>
                <a:uFillTx/>
                <a:latin typeface="Arial" panose="020B0604020202020204"/>
                <a:ea typeface="+mn-ea"/>
                <a:cs typeface="+mn-cs"/>
              </a:rPr>
              <a:t>Demo </a:t>
            </a:r>
            <a:r>
              <a:rPr kumimoji="0" lang="fi-FI" sz="1600" b="0" i="0" u="none" strike="noStrike" kern="1200" cap="none" spc="0" normalizeH="0" baseline="0" noProof="0" dirty="0" err="1">
                <a:ln>
                  <a:noFill/>
                </a:ln>
                <a:solidFill>
                  <a:srgbClr val="161C42"/>
                </a:solidFill>
                <a:effectLst/>
                <a:uLnTx/>
                <a:uFillTx/>
                <a:latin typeface="Arial" panose="020B0604020202020204"/>
                <a:ea typeface="+mn-ea"/>
                <a:cs typeface="+mn-cs"/>
              </a:rPr>
              <a:t>time</a:t>
            </a:r>
            <a:r>
              <a:rPr lang="fi-FI" sz="1600" dirty="0">
                <a:solidFill>
                  <a:srgbClr val="161C42"/>
                </a:solidFill>
                <a:latin typeface="Arial" panose="020B0604020202020204"/>
              </a:rPr>
              <a:t>:</a:t>
            </a:r>
          </a:p>
          <a:p>
            <a:pPr marL="742939" lvl="1" indent="-285750">
              <a:buFont typeface="Arial" panose="020B0604020202020204" pitchFamily="34" charset="0"/>
              <a:buChar char="•"/>
              <a:defRPr/>
            </a:pPr>
            <a:r>
              <a:rPr kumimoji="0" lang="fi-FI" sz="1100" b="0" i="0" u="none" strike="noStrike" kern="1200" cap="none" spc="0" normalizeH="0" baseline="0" noProof="0" dirty="0">
                <a:ln>
                  <a:noFill/>
                </a:ln>
                <a:solidFill>
                  <a:srgbClr val="161C42"/>
                </a:solidFill>
                <a:effectLst/>
                <a:uLnTx/>
                <a:uFillTx/>
                <a:latin typeface="Arial" panose="020B0604020202020204"/>
                <a:ea typeface="+mn-ea"/>
                <a:cs typeface="+mn-cs"/>
              </a:rPr>
              <a:t>Planning </a:t>
            </a:r>
            <a:r>
              <a:rPr kumimoji="0" lang="fi-FI" sz="1100" b="0" i="0" u="none" strike="noStrike" kern="1200" cap="none" spc="0" normalizeH="0" baseline="0" noProof="0" dirty="0" err="1">
                <a:ln>
                  <a:noFill/>
                </a:ln>
                <a:solidFill>
                  <a:srgbClr val="161C42"/>
                </a:solidFill>
                <a:effectLst/>
                <a:uLnTx/>
                <a:uFillTx/>
                <a:latin typeface="Arial" panose="020B0604020202020204"/>
                <a:ea typeface="+mn-ea"/>
                <a:cs typeface="+mn-cs"/>
              </a:rPr>
              <a:t>actual</a:t>
            </a:r>
            <a:r>
              <a:rPr kumimoji="0" lang="fi-FI" sz="1100" b="0" i="0" u="none" strike="noStrike" kern="1200" cap="none" spc="0" normalizeH="0" baseline="0" noProof="0" dirty="0">
                <a:ln>
                  <a:noFill/>
                </a:ln>
                <a:solidFill>
                  <a:srgbClr val="161C42"/>
                </a:solidFill>
                <a:effectLst/>
                <a:uLnTx/>
                <a:uFillTx/>
                <a:latin typeface="Arial" panose="020B0604020202020204"/>
                <a:ea typeface="+mn-ea"/>
                <a:cs typeface="+mn-cs"/>
              </a:rPr>
              <a:t> </a:t>
            </a:r>
            <a:r>
              <a:rPr kumimoji="0" lang="fi-FI" sz="1100" b="0" i="0" u="none" strike="noStrike" kern="1200" cap="none" spc="0" normalizeH="0" baseline="0" noProof="0" dirty="0" err="1">
                <a:ln>
                  <a:noFill/>
                </a:ln>
                <a:solidFill>
                  <a:srgbClr val="161C42"/>
                </a:solidFill>
                <a:effectLst/>
                <a:uLnTx/>
                <a:uFillTx/>
                <a:latin typeface="Arial" panose="020B0604020202020204"/>
                <a:ea typeface="+mn-ea"/>
                <a:cs typeface="+mn-cs"/>
              </a:rPr>
              <a:t>policies</a:t>
            </a:r>
            <a:endParaRPr kumimoji="0" lang="fi-FI" sz="11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742939" lvl="1" indent="-285750">
              <a:buFont typeface="Arial" panose="020B0604020202020204" pitchFamily="34" charset="0"/>
              <a:buChar char="•"/>
              <a:defRPr/>
            </a:pPr>
            <a:r>
              <a:rPr lang="fi-FI" sz="1100" dirty="0">
                <a:solidFill>
                  <a:srgbClr val="161C42"/>
                </a:solidFill>
                <a:latin typeface="Arial" panose="020B0604020202020204"/>
              </a:rPr>
              <a:t>Non-Interactive </a:t>
            </a:r>
            <a:r>
              <a:rPr lang="fi-FI" sz="1100" dirty="0" err="1">
                <a:solidFill>
                  <a:srgbClr val="161C42"/>
                </a:solidFill>
                <a:latin typeface="Arial" panose="020B0604020202020204"/>
              </a:rPr>
              <a:t>Sign</a:t>
            </a:r>
            <a:r>
              <a:rPr lang="fi-FI" sz="1100" dirty="0">
                <a:solidFill>
                  <a:srgbClr val="161C42"/>
                </a:solidFill>
                <a:latin typeface="Arial" panose="020B0604020202020204"/>
              </a:rPr>
              <a:t>-in </a:t>
            </a:r>
            <a:r>
              <a:rPr lang="fi-FI" sz="1100" dirty="0" err="1">
                <a:solidFill>
                  <a:srgbClr val="161C42"/>
                </a:solidFill>
                <a:latin typeface="Arial" panose="020B0604020202020204"/>
              </a:rPr>
              <a:t>Insights</a:t>
            </a:r>
            <a:r>
              <a:rPr lang="fi-FI" sz="1100" dirty="0">
                <a:solidFill>
                  <a:srgbClr val="161C42"/>
                </a:solidFill>
                <a:latin typeface="Arial" panose="020B0604020202020204"/>
              </a:rPr>
              <a:t> and </a:t>
            </a:r>
            <a:r>
              <a:rPr lang="fi-FI" sz="1100" dirty="0" err="1">
                <a:solidFill>
                  <a:srgbClr val="161C42"/>
                </a:solidFill>
                <a:latin typeface="Arial" panose="020B0604020202020204"/>
              </a:rPr>
              <a:t>reporting</a:t>
            </a:r>
            <a:r>
              <a:rPr lang="fi-FI" sz="1100" dirty="0">
                <a:solidFill>
                  <a:srgbClr val="161C42"/>
                </a:solidFill>
                <a:latin typeface="Arial" panose="020B0604020202020204"/>
              </a:rPr>
              <a:t> </a:t>
            </a:r>
            <a:r>
              <a:rPr lang="fi-FI" sz="1100" dirty="0" err="1">
                <a:solidFill>
                  <a:srgbClr val="161C42"/>
                </a:solidFill>
                <a:latin typeface="Arial" panose="020B0604020202020204"/>
              </a:rPr>
              <a:t>workbook</a:t>
            </a:r>
            <a:endParaRPr lang="fi-FI" sz="1100" dirty="0">
              <a:solidFill>
                <a:srgbClr val="161C42"/>
              </a:solidFill>
              <a:latin typeface="Arial" panose="020B0604020202020204"/>
            </a:endParaRPr>
          </a:p>
          <a:p>
            <a:pPr marL="742939" lvl="1" indent="-285750">
              <a:buFont typeface="Arial" panose="020B0604020202020204" pitchFamily="34" charset="0"/>
              <a:buChar char="•"/>
              <a:defRPr/>
            </a:pPr>
            <a:r>
              <a:rPr lang="fi-FI" sz="1100" dirty="0" err="1">
                <a:solidFill>
                  <a:srgbClr val="161C42"/>
                </a:solidFill>
                <a:latin typeface="Arial" panose="020B0604020202020204"/>
              </a:rPr>
              <a:t>Creating</a:t>
            </a:r>
            <a:r>
              <a:rPr lang="fi-FI" sz="1100" dirty="0">
                <a:solidFill>
                  <a:srgbClr val="161C42"/>
                </a:solidFill>
                <a:latin typeface="Arial" panose="020B0604020202020204"/>
              </a:rPr>
              <a:t> </a:t>
            </a:r>
            <a:r>
              <a:rPr lang="fi-FI" sz="1100" dirty="0" err="1">
                <a:solidFill>
                  <a:srgbClr val="161C42"/>
                </a:solidFill>
                <a:latin typeface="Arial" panose="020B0604020202020204"/>
              </a:rPr>
              <a:t>CatchEmAll</a:t>
            </a:r>
            <a:r>
              <a:rPr lang="fi-FI" sz="1100" dirty="0">
                <a:solidFill>
                  <a:srgbClr val="161C42"/>
                </a:solidFill>
                <a:latin typeface="Arial" panose="020B0604020202020204"/>
              </a:rPr>
              <a:t> </a:t>
            </a:r>
            <a:r>
              <a:rPr lang="fi-FI" sz="1100" dirty="0" err="1">
                <a:solidFill>
                  <a:srgbClr val="161C42"/>
                </a:solidFill>
                <a:latin typeface="Arial" panose="020B0604020202020204"/>
              </a:rPr>
              <a:t>policy</a:t>
            </a:r>
            <a:endParaRPr lang="fi-FI" sz="11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i-FI" sz="1600" dirty="0" err="1">
                <a:solidFill>
                  <a:srgbClr val="161C42"/>
                </a:solidFill>
                <a:latin typeface="Arial" panose="020B0604020202020204"/>
              </a:rPr>
              <a:t>Deploying</a:t>
            </a:r>
            <a:r>
              <a:rPr lang="fi-FI" sz="1600" dirty="0">
                <a:solidFill>
                  <a:srgbClr val="161C42"/>
                </a:solidFill>
                <a:latin typeface="Arial" panose="020B0604020202020204"/>
              </a:rPr>
              <a:t> CA </a:t>
            </a:r>
            <a:r>
              <a:rPr lang="fi-FI" sz="1600" dirty="0" err="1">
                <a:solidFill>
                  <a:srgbClr val="161C42"/>
                </a:solidFill>
                <a:latin typeface="Arial" panose="020B0604020202020204"/>
              </a:rPr>
              <a:t>Policy</a:t>
            </a:r>
            <a:r>
              <a:rPr lang="fi-FI" sz="1600" dirty="0">
                <a:solidFill>
                  <a:srgbClr val="161C42"/>
                </a:solidFill>
                <a:latin typeface="Arial" panose="020B0604020202020204"/>
              </a:rPr>
              <a:t> </a:t>
            </a:r>
            <a:r>
              <a:rPr lang="fi-FI" sz="1600" dirty="0" err="1">
                <a:solidFill>
                  <a:srgbClr val="161C42"/>
                </a:solidFill>
                <a:latin typeface="Arial" panose="020B0604020202020204"/>
              </a:rPr>
              <a:t>framework</a:t>
            </a:r>
            <a:endParaRPr lang="fi-FI" sz="16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i-FI" sz="1600" dirty="0" err="1">
                <a:solidFill>
                  <a:srgbClr val="161C42"/>
                </a:solidFill>
                <a:latin typeface="Arial" panose="020B0604020202020204"/>
              </a:rPr>
              <a:t>Challenges</a:t>
            </a:r>
            <a:r>
              <a:rPr lang="fi-FI" sz="1600" dirty="0">
                <a:solidFill>
                  <a:srgbClr val="161C42"/>
                </a:solidFill>
                <a:latin typeface="Arial" panose="020B0604020202020204"/>
              </a:rPr>
              <a:t> </a:t>
            </a:r>
            <a:r>
              <a:rPr lang="fi-FI" sz="1600" dirty="0" err="1">
                <a:solidFill>
                  <a:srgbClr val="161C42"/>
                </a:solidFill>
                <a:latin typeface="Arial" panose="020B0604020202020204"/>
              </a:rPr>
              <a:t>faced</a:t>
            </a:r>
            <a:r>
              <a:rPr lang="fi-FI" sz="1600" dirty="0">
                <a:solidFill>
                  <a:srgbClr val="161C42"/>
                </a:solidFill>
                <a:latin typeface="Arial" panose="020B0604020202020204"/>
              </a:rPr>
              <a:t> &amp; </a:t>
            </a:r>
            <a:r>
              <a:rPr lang="fi-FI" sz="1600" dirty="0" err="1">
                <a:solidFill>
                  <a:srgbClr val="161C42"/>
                </a:solidFill>
                <a:latin typeface="Arial" panose="020B0604020202020204"/>
              </a:rPr>
              <a:t>Lessons</a:t>
            </a:r>
            <a:r>
              <a:rPr lang="fi-FI" sz="1600" dirty="0">
                <a:solidFill>
                  <a:srgbClr val="161C42"/>
                </a:solidFill>
                <a:latin typeface="Arial" panose="020B0604020202020204"/>
              </a:rPr>
              <a:t> </a:t>
            </a:r>
            <a:r>
              <a:rPr lang="fi-FI" sz="1600" dirty="0" err="1">
                <a:solidFill>
                  <a:srgbClr val="161C42"/>
                </a:solidFill>
                <a:latin typeface="Arial" panose="020B0604020202020204"/>
              </a:rPr>
              <a:t>learned</a:t>
            </a:r>
            <a:endParaRPr lang="fi-FI" sz="1600" dirty="0">
              <a:solidFill>
                <a:srgbClr val="161C42"/>
              </a:solidFill>
              <a:latin typeface="Arial" panose="020B0604020202020204"/>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i-FI" sz="1800" b="0" i="0" u="none" strike="noStrike" kern="1200" cap="none" spc="0" normalizeH="0" baseline="0" noProof="0" dirty="0">
              <a:ln>
                <a:noFill/>
              </a:ln>
              <a:solidFill>
                <a:srgbClr val="161C42"/>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64649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474F-2DEC-B8D5-3B3D-36E8F1B690BF}"/>
              </a:ext>
            </a:extLst>
          </p:cNvPr>
          <p:cNvSpPr>
            <a:spLocks noGrp="1"/>
          </p:cNvSpPr>
          <p:nvPr>
            <p:ph type="title"/>
          </p:nvPr>
        </p:nvSpPr>
        <p:spPr/>
        <p:txBody>
          <a:bodyPr/>
          <a:lstStyle/>
          <a:p>
            <a:r>
              <a:rPr lang="fi-FI" dirty="0" err="1"/>
              <a:t>Reminder</a:t>
            </a:r>
            <a:endParaRPr lang="fi-FI" dirty="0"/>
          </a:p>
        </p:txBody>
      </p:sp>
      <p:sp>
        <p:nvSpPr>
          <p:cNvPr id="3" name="Content Placeholder 2">
            <a:extLst>
              <a:ext uri="{FF2B5EF4-FFF2-40B4-BE49-F238E27FC236}">
                <a16:creationId xmlns:a16="http://schemas.microsoft.com/office/drawing/2014/main" id="{F1D075D2-CFAB-445E-189E-BA29120B7703}"/>
              </a:ext>
            </a:extLst>
          </p:cNvPr>
          <p:cNvSpPr>
            <a:spLocks noGrp="1"/>
          </p:cNvSpPr>
          <p:nvPr>
            <p:ph idx="1"/>
          </p:nvPr>
        </p:nvSpPr>
        <p:spPr/>
        <p:txBody>
          <a:bodyPr/>
          <a:lstStyle/>
          <a:p>
            <a:endParaRPr lang="fi-FI" sz="3200" dirty="0"/>
          </a:p>
          <a:p>
            <a:pPr marL="0" indent="0">
              <a:buNone/>
            </a:pPr>
            <a:r>
              <a:rPr lang="fi-FI" sz="3200" dirty="0"/>
              <a:t>Identity is </a:t>
            </a:r>
            <a:r>
              <a:rPr lang="fi-FI" sz="3200" dirty="0" err="1"/>
              <a:t>very</a:t>
            </a:r>
            <a:r>
              <a:rPr lang="fi-FI" sz="3200" dirty="0"/>
              <a:t> </a:t>
            </a:r>
            <a:r>
              <a:rPr lang="fi-FI" sz="3200" dirty="0" err="1"/>
              <a:t>popular</a:t>
            </a:r>
            <a:r>
              <a:rPr lang="fi-FI" sz="3200" dirty="0"/>
              <a:t> </a:t>
            </a:r>
            <a:r>
              <a:rPr lang="fi-FI" sz="3200" dirty="0" err="1"/>
              <a:t>attack</a:t>
            </a:r>
            <a:r>
              <a:rPr lang="fi-FI" sz="3200" dirty="0"/>
              <a:t> </a:t>
            </a:r>
            <a:r>
              <a:rPr lang="fi-FI" sz="3200" dirty="0" err="1"/>
              <a:t>vector</a:t>
            </a:r>
            <a:endParaRPr lang="fi-FI" sz="3200" dirty="0"/>
          </a:p>
          <a:p>
            <a:endParaRPr lang="fi-FI" dirty="0"/>
          </a:p>
          <a:p>
            <a:endParaRPr lang="fi-FI" dirty="0"/>
          </a:p>
          <a:p>
            <a:pPr marL="0" indent="0">
              <a:buNone/>
            </a:pPr>
            <a:r>
              <a:rPr lang="fi-FI" sz="3200" dirty="0" err="1"/>
              <a:t>Proactive</a:t>
            </a:r>
            <a:r>
              <a:rPr lang="fi-FI" sz="3200" dirty="0"/>
              <a:t> </a:t>
            </a:r>
            <a:r>
              <a:rPr lang="fi-FI" sz="3200" dirty="0" err="1"/>
              <a:t>protection</a:t>
            </a:r>
            <a:r>
              <a:rPr lang="fi-FI" sz="3200" dirty="0"/>
              <a:t> is </a:t>
            </a:r>
            <a:r>
              <a:rPr lang="fi-FI" sz="3200" dirty="0" err="1"/>
              <a:t>important</a:t>
            </a:r>
            <a:endParaRPr lang="fi-FI" sz="3200" dirty="0"/>
          </a:p>
        </p:txBody>
      </p:sp>
    </p:spTree>
    <p:extLst>
      <p:ext uri="{BB962C8B-B14F-4D97-AF65-F5344CB8AC3E}">
        <p14:creationId xmlns:p14="http://schemas.microsoft.com/office/powerpoint/2010/main" val="261982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6ADAC78-9CFC-62EF-E89A-5537409308E8}"/>
              </a:ext>
            </a:extLst>
          </p:cNvPr>
          <p:cNvSpPr>
            <a:spLocks noGrp="1"/>
          </p:cNvSpPr>
          <p:nvPr>
            <p:ph type="title"/>
          </p:nvPr>
        </p:nvSpPr>
        <p:spPr/>
        <p:txBody>
          <a:bodyPr/>
          <a:lstStyle/>
          <a:p>
            <a:r>
              <a:rPr lang="fi-FI" dirty="0"/>
              <a:t>CAP Framework and </a:t>
            </a:r>
            <a:r>
              <a:rPr lang="fi-FI" dirty="0" err="1"/>
              <a:t>Personas</a:t>
            </a:r>
            <a:endParaRPr lang="fi-FI" dirty="0"/>
          </a:p>
        </p:txBody>
      </p:sp>
      <p:sp>
        <p:nvSpPr>
          <p:cNvPr id="7" name="Content Placeholder 6">
            <a:extLst>
              <a:ext uri="{FF2B5EF4-FFF2-40B4-BE49-F238E27FC236}">
                <a16:creationId xmlns:a16="http://schemas.microsoft.com/office/drawing/2014/main" id="{C843CBDD-645B-77DA-AC91-037D5D9D6E53}"/>
              </a:ext>
            </a:extLst>
          </p:cNvPr>
          <p:cNvSpPr>
            <a:spLocks noGrp="1"/>
          </p:cNvSpPr>
          <p:nvPr>
            <p:ph idx="1"/>
          </p:nvPr>
        </p:nvSpPr>
        <p:spPr>
          <a:xfrm>
            <a:off x="338400" y="1442820"/>
            <a:ext cx="7848000" cy="3240000"/>
          </a:xfrm>
        </p:spPr>
        <p:txBody>
          <a:bodyPr/>
          <a:lstStyle/>
          <a:p>
            <a:r>
              <a:rPr lang="fi-FI" sz="2100" dirty="0"/>
              <a:t>CAP Framework = </a:t>
            </a:r>
            <a:r>
              <a:rPr lang="fi-FI" sz="2100" dirty="0" err="1"/>
              <a:t>Baseline</a:t>
            </a:r>
            <a:r>
              <a:rPr lang="fi-FI" sz="2100" dirty="0"/>
              <a:t> for </a:t>
            </a:r>
            <a:r>
              <a:rPr lang="fi-FI" sz="2100" dirty="0" err="1"/>
              <a:t>designing</a:t>
            </a:r>
            <a:r>
              <a:rPr lang="fi-FI" sz="2100" dirty="0"/>
              <a:t> CAP </a:t>
            </a:r>
            <a:r>
              <a:rPr lang="fi-FI" sz="2100" dirty="0" err="1"/>
              <a:t>structure</a:t>
            </a:r>
            <a:endParaRPr lang="fi-FI" sz="2100" dirty="0"/>
          </a:p>
          <a:p>
            <a:pPr marL="0" indent="0">
              <a:buNone/>
            </a:pPr>
            <a:endParaRPr lang="fi-FI" sz="2100" dirty="0"/>
          </a:p>
          <a:p>
            <a:r>
              <a:rPr lang="fi-FI" sz="2100" dirty="0"/>
              <a:t>Persona = Target </a:t>
            </a:r>
            <a:r>
              <a:rPr lang="fi-FI" sz="2100" dirty="0" err="1"/>
              <a:t>group</a:t>
            </a:r>
            <a:r>
              <a:rPr lang="fi-FI" sz="2100" dirty="0"/>
              <a:t> of </a:t>
            </a:r>
            <a:r>
              <a:rPr lang="fi-FI" sz="2100" dirty="0" err="1"/>
              <a:t>identities</a:t>
            </a:r>
            <a:endParaRPr lang="fi-FI" sz="2100" dirty="0"/>
          </a:p>
          <a:p>
            <a:pPr lvl="1"/>
            <a:r>
              <a:rPr lang="fi-FI" sz="1400" dirty="0"/>
              <a:t>Global</a:t>
            </a:r>
          </a:p>
          <a:p>
            <a:pPr lvl="1"/>
            <a:r>
              <a:rPr lang="fi-FI" sz="1400" dirty="0" err="1"/>
              <a:t>Internal</a:t>
            </a:r>
            <a:endParaRPr lang="fi-FI" sz="1400" dirty="0"/>
          </a:p>
          <a:p>
            <a:pPr lvl="1"/>
            <a:r>
              <a:rPr lang="fi-FI" sz="1400" dirty="0"/>
              <a:t>External</a:t>
            </a:r>
          </a:p>
          <a:p>
            <a:pPr lvl="1"/>
            <a:r>
              <a:rPr lang="fi-FI" sz="1400" dirty="0" err="1"/>
              <a:t>Guest</a:t>
            </a:r>
            <a:endParaRPr lang="fi-FI" sz="1400" dirty="0"/>
          </a:p>
          <a:p>
            <a:pPr lvl="1"/>
            <a:r>
              <a:rPr lang="fi-FI" sz="1400" dirty="0" err="1"/>
              <a:t>Admin</a:t>
            </a:r>
            <a:endParaRPr lang="fi-FI" sz="1400" dirty="0"/>
          </a:p>
          <a:p>
            <a:pPr lvl="1"/>
            <a:r>
              <a:rPr lang="fi-FI" sz="1400" dirty="0" err="1"/>
              <a:t>Shared</a:t>
            </a:r>
            <a:r>
              <a:rPr lang="fi-FI" sz="1400" dirty="0"/>
              <a:t> </a:t>
            </a:r>
            <a:r>
              <a:rPr lang="fi-FI" sz="1400" dirty="0" err="1"/>
              <a:t>Accounts</a:t>
            </a:r>
            <a:endParaRPr lang="fi-FI" sz="1400" dirty="0"/>
          </a:p>
          <a:p>
            <a:pPr lvl="1"/>
            <a:r>
              <a:rPr lang="fi-FI" sz="1400" dirty="0"/>
              <a:t>Service </a:t>
            </a:r>
            <a:r>
              <a:rPr lang="fi-FI" sz="1400" dirty="0" err="1"/>
              <a:t>Accounts</a:t>
            </a:r>
            <a:endParaRPr lang="fi-FI" sz="1400" dirty="0"/>
          </a:p>
          <a:p>
            <a:pPr marL="0" indent="0">
              <a:buNone/>
            </a:pPr>
            <a:endParaRPr lang="fi-FI" dirty="0"/>
          </a:p>
          <a:p>
            <a:pPr marL="0" indent="0">
              <a:buNone/>
            </a:pPr>
            <a:endParaRPr lang="fi-FI" dirty="0"/>
          </a:p>
        </p:txBody>
      </p:sp>
      <p:sp>
        <p:nvSpPr>
          <p:cNvPr id="3" name="Slide Number Placeholder 2">
            <a:extLst>
              <a:ext uri="{FF2B5EF4-FFF2-40B4-BE49-F238E27FC236}">
                <a16:creationId xmlns:a16="http://schemas.microsoft.com/office/drawing/2014/main" id="{8EC6D082-BEBE-5484-BADA-D3B3EBEB89EB}"/>
              </a:ext>
            </a:extLst>
          </p:cNvPr>
          <p:cNvSpPr>
            <a:spLocks noGrp="1"/>
          </p:cNvSpPr>
          <p:nvPr>
            <p:ph type="sldNum" sz="quarter" idx="10"/>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ABDD62AB-4532-4F49-AC82-62CE9ED7FFA2}" type="slidenum">
              <a:rPr kumimoji="0" lang="fi-FI" sz="900" b="0" i="0" u="none" strike="noStrike" kern="1200" cap="none" spc="0" normalizeH="0" baseline="0" noProof="0" smtClean="0">
                <a:ln>
                  <a:noFill/>
                </a:ln>
                <a:solidFill>
                  <a:srgbClr val="000000">
                    <a:tint val="75000"/>
                  </a:srgbClr>
                </a:solidFill>
                <a:effectLst/>
                <a:uLnTx/>
                <a:uFillTx/>
                <a:latin typeface="Arial"/>
                <a:ea typeface="+mn-ea"/>
                <a:cs typeface="Arial" pitchFamily="34" charset="0"/>
              </a:rPr>
              <a:pPr marL="0" marR="0" lvl="0" indent="0" algn="l" defTabSz="914377" rtl="0" eaLnBrk="1" fontAlgn="auto" latinLnBrk="0" hangingPunct="1">
                <a:lnSpc>
                  <a:spcPct val="100000"/>
                </a:lnSpc>
                <a:spcBef>
                  <a:spcPts val="0"/>
                </a:spcBef>
                <a:spcAft>
                  <a:spcPts val="0"/>
                </a:spcAft>
                <a:buClrTx/>
                <a:buSzTx/>
                <a:buFontTx/>
                <a:buNone/>
                <a:tabLst/>
                <a:defRPr/>
              </a:pPr>
              <a:t>4</a:t>
            </a:fld>
            <a:endParaRPr kumimoji="0" lang="fi-FI" sz="900" b="0" i="0" u="none" strike="noStrike" kern="1200" cap="none" spc="0" normalizeH="0" baseline="0" noProof="0">
              <a:ln>
                <a:noFill/>
              </a:ln>
              <a:solidFill>
                <a:srgbClr val="000000">
                  <a:tint val="75000"/>
                </a:srgbClr>
              </a:solidFill>
              <a:effectLst/>
              <a:uLnTx/>
              <a:uFillTx/>
              <a:latin typeface="Arial"/>
              <a:ea typeface="+mn-ea"/>
              <a:cs typeface="Arial" pitchFamily="34" charset="0"/>
            </a:endParaRPr>
          </a:p>
        </p:txBody>
      </p:sp>
    </p:spTree>
    <p:extLst>
      <p:ext uri="{BB962C8B-B14F-4D97-AF65-F5344CB8AC3E}">
        <p14:creationId xmlns:p14="http://schemas.microsoft.com/office/powerpoint/2010/main" val="3995255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all painted with an arrow and a dartboard">
            <a:extLst>
              <a:ext uri="{FF2B5EF4-FFF2-40B4-BE49-F238E27FC236}">
                <a16:creationId xmlns:a16="http://schemas.microsoft.com/office/drawing/2014/main" id="{578CD36A-9F24-956F-3E04-490A7A6AA06E}"/>
              </a:ext>
            </a:extLst>
          </p:cNvPr>
          <p:cNvPicPr>
            <a:picLocks noChangeAspect="1"/>
          </p:cNvPicPr>
          <p:nvPr/>
        </p:nvPicPr>
        <p:blipFill>
          <a:blip r:embed="rId2"/>
          <a:srcRect l="30482"/>
          <a:stretch/>
        </p:blipFill>
        <p:spPr>
          <a:xfrm>
            <a:off x="4114802" y="-32146"/>
            <a:ext cx="5063408" cy="5207793"/>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9329738 w 12192000"/>
              <a:gd name="connsiteY0" fmla="*/ 0 h 6872288"/>
              <a:gd name="connsiteX1" fmla="*/ 12192000 w 12192000"/>
              <a:gd name="connsiteY1" fmla="*/ 14288 h 6872288"/>
              <a:gd name="connsiteX2" fmla="*/ 12192000 w 12192000"/>
              <a:gd name="connsiteY2" fmla="*/ 6872288 h 6872288"/>
              <a:gd name="connsiteX3" fmla="*/ 0 w 12192000"/>
              <a:gd name="connsiteY3" fmla="*/ 6872288 h 6872288"/>
              <a:gd name="connsiteX4" fmla="*/ 9329738 w 12192000"/>
              <a:gd name="connsiteY4" fmla="*/ 0 h 6872288"/>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871538 w 3733800"/>
              <a:gd name="connsiteY0" fmla="*/ 0 h 6886576"/>
              <a:gd name="connsiteX1" fmla="*/ 3733800 w 3733800"/>
              <a:gd name="connsiteY1" fmla="*/ 14288 h 6886576"/>
              <a:gd name="connsiteX2" fmla="*/ 3733800 w 3733800"/>
              <a:gd name="connsiteY2" fmla="*/ 6872288 h 6886576"/>
              <a:gd name="connsiteX3" fmla="*/ 0 w 3733800"/>
              <a:gd name="connsiteY3" fmla="*/ 6886576 h 6886576"/>
              <a:gd name="connsiteX4" fmla="*/ 871538 w 3733800"/>
              <a:gd name="connsiteY4" fmla="*/ 0 h 6886576"/>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01766 w 3464028"/>
              <a:gd name="connsiteY0" fmla="*/ 0 h 6900863"/>
              <a:gd name="connsiteX1" fmla="*/ 3464028 w 3464028"/>
              <a:gd name="connsiteY1" fmla="*/ 14288 h 6900863"/>
              <a:gd name="connsiteX2" fmla="*/ 3464028 w 3464028"/>
              <a:gd name="connsiteY2" fmla="*/ 6872288 h 6900863"/>
              <a:gd name="connsiteX3" fmla="*/ 0 w 3464028"/>
              <a:gd name="connsiteY3" fmla="*/ 6900863 h 6900863"/>
              <a:gd name="connsiteX4" fmla="*/ 601766 w 3464028"/>
              <a:gd name="connsiteY4" fmla="*/ 0 h 6900863"/>
              <a:gd name="connsiteX0" fmla="*/ 613495 w 3464028"/>
              <a:gd name="connsiteY0" fmla="*/ 0 h 6915151"/>
              <a:gd name="connsiteX1" fmla="*/ 3464028 w 3464028"/>
              <a:gd name="connsiteY1" fmla="*/ 28576 h 6915151"/>
              <a:gd name="connsiteX2" fmla="*/ 3464028 w 3464028"/>
              <a:gd name="connsiteY2" fmla="*/ 6886576 h 6915151"/>
              <a:gd name="connsiteX3" fmla="*/ 0 w 3464028"/>
              <a:gd name="connsiteY3" fmla="*/ 6915151 h 6915151"/>
              <a:gd name="connsiteX4" fmla="*/ 613495 w 3464028"/>
              <a:gd name="connsiteY4" fmla="*/ 0 h 6915151"/>
              <a:gd name="connsiteX0" fmla="*/ 613495 w 3487486"/>
              <a:gd name="connsiteY0" fmla="*/ 0 h 6915151"/>
              <a:gd name="connsiteX1" fmla="*/ 3464028 w 3487486"/>
              <a:gd name="connsiteY1" fmla="*/ 28576 h 6915151"/>
              <a:gd name="connsiteX2" fmla="*/ 3487486 w 3487486"/>
              <a:gd name="connsiteY2" fmla="*/ 6915151 h 6915151"/>
              <a:gd name="connsiteX3" fmla="*/ 0 w 3487486"/>
              <a:gd name="connsiteY3" fmla="*/ 6915151 h 6915151"/>
              <a:gd name="connsiteX4" fmla="*/ 613495 w 3487486"/>
              <a:gd name="connsiteY4" fmla="*/ 0 h 6915151"/>
              <a:gd name="connsiteX0" fmla="*/ 601766 w 3475757"/>
              <a:gd name="connsiteY0" fmla="*/ 0 h 6929438"/>
              <a:gd name="connsiteX1" fmla="*/ 3452299 w 3475757"/>
              <a:gd name="connsiteY1" fmla="*/ 28576 h 6929438"/>
              <a:gd name="connsiteX2" fmla="*/ 3475757 w 3475757"/>
              <a:gd name="connsiteY2" fmla="*/ 6915151 h 6929438"/>
              <a:gd name="connsiteX3" fmla="*/ 0 w 3475757"/>
              <a:gd name="connsiteY3" fmla="*/ 6929438 h 6929438"/>
              <a:gd name="connsiteX4" fmla="*/ 601766 w 3475757"/>
              <a:gd name="connsiteY4" fmla="*/ 0 h 6929438"/>
              <a:gd name="connsiteX0" fmla="*/ 601766 w 5540121"/>
              <a:gd name="connsiteY0" fmla="*/ 14286 h 6943724"/>
              <a:gd name="connsiteX1" fmla="*/ 5540100 w 5540121"/>
              <a:gd name="connsiteY1" fmla="*/ 0 h 6943724"/>
              <a:gd name="connsiteX2" fmla="*/ 3475757 w 5540121"/>
              <a:gd name="connsiteY2" fmla="*/ 6929437 h 6943724"/>
              <a:gd name="connsiteX3" fmla="*/ 0 w 5540121"/>
              <a:gd name="connsiteY3" fmla="*/ 6943724 h 6943724"/>
              <a:gd name="connsiteX4" fmla="*/ 601766 w 5540121"/>
              <a:gd name="connsiteY4" fmla="*/ 14286 h 6943724"/>
              <a:gd name="connsiteX0" fmla="*/ 601766 w 5542357"/>
              <a:gd name="connsiteY0" fmla="*/ 14286 h 6943724"/>
              <a:gd name="connsiteX1" fmla="*/ 5540100 w 5542357"/>
              <a:gd name="connsiteY1" fmla="*/ 0 h 6943724"/>
              <a:gd name="connsiteX2" fmla="*/ 5540100 w 5542357"/>
              <a:gd name="connsiteY2" fmla="*/ 6943724 h 6943724"/>
              <a:gd name="connsiteX3" fmla="*/ 0 w 5542357"/>
              <a:gd name="connsiteY3" fmla="*/ 6943724 h 6943724"/>
              <a:gd name="connsiteX4" fmla="*/ 601766 w 5542357"/>
              <a:gd name="connsiteY4" fmla="*/ 14286 h 694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2357" h="6943724">
                <a:moveTo>
                  <a:pt x="601766" y="14286"/>
                </a:moveTo>
                <a:lnTo>
                  <a:pt x="5540100" y="0"/>
                </a:lnTo>
                <a:cubicBezTo>
                  <a:pt x="5547919" y="2295525"/>
                  <a:pt x="5532281" y="4648199"/>
                  <a:pt x="5540100" y="6943724"/>
                </a:cubicBezTo>
                <a:lnTo>
                  <a:pt x="0" y="6943724"/>
                </a:lnTo>
                <a:cubicBezTo>
                  <a:pt x="791398" y="4062411"/>
                  <a:pt x="639865" y="781048"/>
                  <a:pt x="601766" y="14286"/>
                </a:cubicBezTo>
                <a:close/>
              </a:path>
            </a:pathLst>
          </a:custGeom>
          <a:noFill/>
        </p:spPr>
      </p:pic>
      <p:sp>
        <p:nvSpPr>
          <p:cNvPr id="2" name="Title 1">
            <a:extLst>
              <a:ext uri="{FF2B5EF4-FFF2-40B4-BE49-F238E27FC236}">
                <a16:creationId xmlns:a16="http://schemas.microsoft.com/office/drawing/2014/main" id="{CFBF4B9E-4DC6-EDEF-8772-30510742A62C}"/>
              </a:ext>
            </a:extLst>
          </p:cNvPr>
          <p:cNvSpPr>
            <a:spLocks noGrp="1"/>
          </p:cNvSpPr>
          <p:nvPr>
            <p:ph type="title"/>
          </p:nvPr>
        </p:nvSpPr>
        <p:spPr>
          <a:xfrm>
            <a:off x="457201" y="216000"/>
            <a:ext cx="3657600" cy="994172"/>
          </a:xfrm>
        </p:spPr>
        <p:txBody>
          <a:bodyPr anchor="ctr">
            <a:normAutofit/>
          </a:bodyPr>
          <a:lstStyle/>
          <a:p>
            <a:r>
              <a:rPr lang="fi-FI" dirty="0"/>
              <a:t>Goals</a:t>
            </a:r>
          </a:p>
        </p:txBody>
      </p:sp>
      <p:sp>
        <p:nvSpPr>
          <p:cNvPr id="11" name="Content Placeholder 3">
            <a:extLst>
              <a:ext uri="{FF2B5EF4-FFF2-40B4-BE49-F238E27FC236}">
                <a16:creationId xmlns:a16="http://schemas.microsoft.com/office/drawing/2014/main" id="{52829927-0D3C-0B58-CE85-2589AAA71409}"/>
              </a:ext>
            </a:extLst>
          </p:cNvPr>
          <p:cNvSpPr>
            <a:spLocks noGrp="1"/>
          </p:cNvSpPr>
          <p:nvPr>
            <p:ph idx="1"/>
          </p:nvPr>
        </p:nvSpPr>
        <p:spPr>
          <a:xfrm>
            <a:off x="457201" y="1224000"/>
            <a:ext cx="3657602" cy="3263504"/>
          </a:xfrm>
        </p:spPr>
        <p:txBody>
          <a:bodyPr/>
          <a:lstStyle/>
          <a:p>
            <a:r>
              <a:rPr lang="en-US" dirty="0"/>
              <a:t>All personas have method for targeting policies</a:t>
            </a:r>
          </a:p>
          <a:p>
            <a:r>
              <a:rPr lang="en-US" dirty="0"/>
              <a:t>#noexcludes</a:t>
            </a:r>
          </a:p>
          <a:p>
            <a:r>
              <a:rPr lang="en-US" dirty="0"/>
              <a:t>Each user account belongs to only one target group</a:t>
            </a:r>
          </a:p>
          <a:p>
            <a:r>
              <a:rPr lang="en-US" dirty="0"/>
              <a:t>Prevent sign-in if an account is not in any of the target groups</a:t>
            </a:r>
          </a:p>
        </p:txBody>
      </p:sp>
      <p:sp>
        <p:nvSpPr>
          <p:cNvPr id="4" name="Slide Number Placeholder 3" hidden="1">
            <a:extLst>
              <a:ext uri="{FF2B5EF4-FFF2-40B4-BE49-F238E27FC236}">
                <a16:creationId xmlns:a16="http://schemas.microsoft.com/office/drawing/2014/main" id="{79AB186C-5EB3-9F69-C4F0-06372F56AAA7}"/>
              </a:ext>
            </a:extLst>
          </p:cNvPr>
          <p:cNvSpPr>
            <a:spLocks noGrp="1"/>
          </p:cNvSpPr>
          <p:nvPr>
            <p:ph type="sldNum" sz="quarter" idx="4"/>
          </p:nvPr>
        </p:nvSpPr>
        <p:spPr/>
        <p:txBody>
          <a:bodyPr/>
          <a:lstStyle/>
          <a:p>
            <a:pPr>
              <a:spcAft>
                <a:spcPts val="600"/>
              </a:spcAft>
            </a:pPr>
            <a:fld id="{ABDD62AB-4532-4F49-AC82-62CE9ED7FFA2}" type="slidenum">
              <a:rPr lang="fi-FI" smtClean="0"/>
              <a:pPr>
                <a:spcAft>
                  <a:spcPts val="600"/>
                </a:spcAft>
              </a:pPr>
              <a:t>5</a:t>
            </a:fld>
            <a:endParaRPr lang="fi-FI"/>
          </a:p>
        </p:txBody>
      </p:sp>
    </p:spTree>
    <p:extLst>
      <p:ext uri="{BB962C8B-B14F-4D97-AF65-F5344CB8AC3E}">
        <p14:creationId xmlns:p14="http://schemas.microsoft.com/office/powerpoint/2010/main" val="4039744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6CD4-04F5-73D4-0103-1F7A5D430053}"/>
              </a:ext>
            </a:extLst>
          </p:cNvPr>
          <p:cNvSpPr>
            <a:spLocks noGrp="1"/>
          </p:cNvSpPr>
          <p:nvPr>
            <p:ph type="title"/>
          </p:nvPr>
        </p:nvSpPr>
        <p:spPr/>
        <p:txBody>
          <a:bodyPr/>
          <a:lstStyle/>
          <a:p>
            <a:r>
              <a:rPr lang="fi-FI" dirty="0" err="1"/>
              <a:t>Example</a:t>
            </a:r>
            <a:r>
              <a:rPr lang="fi-FI" dirty="0"/>
              <a:t> </a:t>
            </a:r>
            <a:r>
              <a:rPr lang="fi-FI" dirty="0" err="1"/>
              <a:t>target</a:t>
            </a:r>
            <a:r>
              <a:rPr lang="fi-FI" dirty="0"/>
              <a:t> </a:t>
            </a:r>
            <a:r>
              <a:rPr lang="fi-FI" dirty="0" err="1"/>
              <a:t>methods</a:t>
            </a:r>
            <a:r>
              <a:rPr lang="fi-FI" dirty="0"/>
              <a:t> for </a:t>
            </a:r>
            <a:r>
              <a:rPr lang="fi-FI" dirty="0" err="1"/>
              <a:t>personas</a:t>
            </a:r>
            <a:endParaRPr lang="fi-FI" dirty="0"/>
          </a:p>
        </p:txBody>
      </p:sp>
      <p:graphicFrame>
        <p:nvGraphicFramePr>
          <p:cNvPr id="5" name="Table 5">
            <a:extLst>
              <a:ext uri="{FF2B5EF4-FFF2-40B4-BE49-F238E27FC236}">
                <a16:creationId xmlns:a16="http://schemas.microsoft.com/office/drawing/2014/main" id="{82375D2F-1A12-1991-B7B7-6862DBA89425}"/>
              </a:ext>
            </a:extLst>
          </p:cNvPr>
          <p:cNvGraphicFramePr>
            <a:graphicFrameLocks noGrp="1"/>
          </p:cNvGraphicFramePr>
          <p:nvPr>
            <p:ph idx="1"/>
            <p:extLst>
              <p:ext uri="{D42A27DB-BD31-4B8C-83A1-F6EECF244321}">
                <p14:modId xmlns:p14="http://schemas.microsoft.com/office/powerpoint/2010/main" val="3513391042"/>
              </p:ext>
            </p:extLst>
          </p:nvPr>
        </p:nvGraphicFramePr>
        <p:xfrm>
          <a:off x="446567" y="1170510"/>
          <a:ext cx="7839054" cy="3785547"/>
        </p:xfrm>
        <a:graphic>
          <a:graphicData uri="http://schemas.openxmlformats.org/drawingml/2006/table">
            <a:tbl>
              <a:tblPr firstRow="1" bandRow="1">
                <a:tableStyleId>{5C22544A-7EE6-4342-B048-85BDC9FD1C3A}</a:tableStyleId>
              </a:tblPr>
              <a:tblGrid>
                <a:gridCol w="1128884">
                  <a:extLst>
                    <a:ext uri="{9D8B030D-6E8A-4147-A177-3AD203B41FA5}">
                      <a16:colId xmlns:a16="http://schemas.microsoft.com/office/drawing/2014/main" val="771047215"/>
                    </a:ext>
                  </a:extLst>
                </a:gridCol>
                <a:gridCol w="3355085">
                  <a:extLst>
                    <a:ext uri="{9D8B030D-6E8A-4147-A177-3AD203B41FA5}">
                      <a16:colId xmlns:a16="http://schemas.microsoft.com/office/drawing/2014/main" val="2212323482"/>
                    </a:ext>
                  </a:extLst>
                </a:gridCol>
                <a:gridCol w="3355085">
                  <a:extLst>
                    <a:ext uri="{9D8B030D-6E8A-4147-A177-3AD203B41FA5}">
                      <a16:colId xmlns:a16="http://schemas.microsoft.com/office/drawing/2014/main" val="3366511784"/>
                    </a:ext>
                  </a:extLst>
                </a:gridCol>
              </a:tblGrid>
              <a:tr h="297180">
                <a:tc>
                  <a:txBody>
                    <a:bodyPr/>
                    <a:lstStyle/>
                    <a:p>
                      <a:r>
                        <a:rPr lang="fi-FI" sz="1400" dirty="0"/>
                        <a:t>Persona</a:t>
                      </a:r>
                    </a:p>
                  </a:txBody>
                  <a:tcPr/>
                </a:tc>
                <a:tc>
                  <a:txBody>
                    <a:bodyPr/>
                    <a:lstStyle/>
                    <a:p>
                      <a:r>
                        <a:rPr lang="fi-FI" sz="1400" dirty="0" err="1"/>
                        <a:t>Targeting</a:t>
                      </a:r>
                      <a:endParaRPr lang="fi-FI" sz="1400" dirty="0"/>
                    </a:p>
                  </a:txBody>
                  <a:tcPr/>
                </a:tc>
                <a:tc>
                  <a:txBody>
                    <a:bodyPr/>
                    <a:lstStyle/>
                    <a:p>
                      <a:r>
                        <a:rPr lang="fi-FI" sz="1400" dirty="0" err="1"/>
                        <a:t>Suggested</a:t>
                      </a:r>
                      <a:r>
                        <a:rPr lang="fi-FI" sz="1400" dirty="0"/>
                        <a:t> </a:t>
                      </a:r>
                      <a:r>
                        <a:rPr lang="fi-FI" sz="1400" dirty="0" err="1"/>
                        <a:t>method</a:t>
                      </a:r>
                      <a:endParaRPr lang="fi-FI" sz="1400" dirty="0"/>
                    </a:p>
                  </a:txBody>
                  <a:tcPr/>
                </a:tc>
                <a:extLst>
                  <a:ext uri="{0D108BD9-81ED-4DB2-BD59-A6C34878D82A}">
                    <a16:rowId xmlns:a16="http://schemas.microsoft.com/office/drawing/2014/main" val="2256394705"/>
                  </a:ext>
                </a:extLst>
              </a:tr>
              <a:tr h="297180">
                <a:tc>
                  <a:txBody>
                    <a:bodyPr/>
                    <a:lstStyle/>
                    <a:p>
                      <a:r>
                        <a:rPr lang="fi-FI" sz="1200" dirty="0"/>
                        <a:t>Global</a:t>
                      </a:r>
                    </a:p>
                  </a:txBody>
                  <a:tcPr/>
                </a:tc>
                <a:tc>
                  <a:txBody>
                    <a:bodyPr/>
                    <a:lstStyle/>
                    <a:p>
                      <a:r>
                        <a:rPr lang="fi-FI" sz="1200" dirty="0" err="1"/>
                        <a:t>All</a:t>
                      </a:r>
                      <a:r>
                        <a:rPr lang="fi-FI" sz="1200" dirty="0"/>
                        <a:t> </a:t>
                      </a:r>
                      <a:r>
                        <a:rPr lang="fi-FI" sz="1200" dirty="0" err="1"/>
                        <a:t>Users</a:t>
                      </a:r>
                      <a:endParaRPr lang="fi-FI" sz="1200" dirty="0"/>
                    </a:p>
                  </a:txBody>
                  <a:tcPr/>
                </a:tc>
                <a:tc>
                  <a:txBody>
                    <a:bodyPr/>
                    <a:lstStyle/>
                    <a:p>
                      <a:r>
                        <a:rPr lang="fi-FI" sz="1200" dirty="0"/>
                        <a:t>CA </a:t>
                      </a:r>
                      <a:r>
                        <a:rPr lang="fi-FI" sz="1200" dirty="0" err="1"/>
                        <a:t>Policy</a:t>
                      </a:r>
                      <a:r>
                        <a:rPr lang="fi-FI" sz="1200" dirty="0"/>
                        <a:t> for </a:t>
                      </a:r>
                      <a:r>
                        <a:rPr lang="fi-FI" sz="1200" dirty="0" err="1"/>
                        <a:t>All</a:t>
                      </a:r>
                      <a:r>
                        <a:rPr lang="fi-FI" sz="1200" dirty="0"/>
                        <a:t> </a:t>
                      </a:r>
                      <a:r>
                        <a:rPr lang="fi-FI" sz="1200" dirty="0" err="1"/>
                        <a:t>Users</a:t>
                      </a:r>
                      <a:endParaRPr lang="fi-FI" sz="1200" dirty="0"/>
                    </a:p>
                  </a:txBody>
                  <a:tcPr/>
                </a:tc>
                <a:extLst>
                  <a:ext uri="{0D108BD9-81ED-4DB2-BD59-A6C34878D82A}">
                    <a16:rowId xmlns:a16="http://schemas.microsoft.com/office/drawing/2014/main" val="1243299589"/>
                  </a:ext>
                </a:extLst>
              </a:tr>
              <a:tr h="783267">
                <a:tc>
                  <a:txBody>
                    <a:bodyPr/>
                    <a:lstStyle/>
                    <a:p>
                      <a:r>
                        <a:rPr lang="fi-FI" sz="1200" dirty="0" err="1"/>
                        <a:t>Internal</a:t>
                      </a:r>
                      <a:endParaRPr lang="fi-FI" sz="1200" dirty="0"/>
                    </a:p>
                  </a:txBody>
                  <a:tcPr/>
                </a:tc>
                <a:tc>
                  <a:txBody>
                    <a:bodyPr/>
                    <a:lstStyle/>
                    <a:p>
                      <a:r>
                        <a:rPr lang="fi-FI" sz="1200" dirty="0" err="1"/>
                        <a:t>Users</a:t>
                      </a:r>
                      <a:r>
                        <a:rPr lang="fi-FI" sz="1200" dirty="0"/>
                        <a:t> </a:t>
                      </a:r>
                      <a:r>
                        <a:rPr lang="fi-FI" sz="1200" dirty="0" err="1"/>
                        <a:t>that</a:t>
                      </a:r>
                      <a:r>
                        <a:rPr lang="fi-FI" sz="1200" dirty="0"/>
                        <a:t> </a:t>
                      </a:r>
                      <a:r>
                        <a:rPr lang="fi-FI" sz="1200" dirty="0" err="1"/>
                        <a:t>use</a:t>
                      </a:r>
                      <a:r>
                        <a:rPr lang="fi-FI" sz="1200" dirty="0"/>
                        <a:t> </a:t>
                      </a:r>
                      <a:r>
                        <a:rPr lang="fi-FI" sz="1200" dirty="0" err="1"/>
                        <a:t>company</a:t>
                      </a:r>
                      <a:r>
                        <a:rPr lang="fi-FI" sz="1200" dirty="0"/>
                        <a:t> </a:t>
                      </a:r>
                      <a:r>
                        <a:rPr lang="fi-FI" sz="1200" dirty="0" err="1"/>
                        <a:t>owned</a:t>
                      </a:r>
                      <a:r>
                        <a:rPr lang="fi-FI" sz="1200" dirty="0"/>
                        <a:t> </a:t>
                      </a:r>
                      <a:r>
                        <a:rPr lang="fi-FI" sz="1200" dirty="0" err="1"/>
                        <a:t>trusted</a:t>
                      </a:r>
                      <a:r>
                        <a:rPr lang="fi-FI" sz="1200" dirty="0"/>
                        <a:t> </a:t>
                      </a:r>
                      <a:r>
                        <a:rPr lang="fi-FI" sz="1200" dirty="0" err="1"/>
                        <a:t>devices</a:t>
                      </a:r>
                      <a:endParaRPr lang="fi-FI" sz="1200" dirty="0"/>
                    </a:p>
                  </a:txBody>
                  <a:tcPr/>
                </a:tc>
                <a:tc>
                  <a:txBody>
                    <a:bodyPr/>
                    <a:lstStyle/>
                    <a:p>
                      <a:r>
                        <a:rPr lang="fi-FI" sz="1200" dirty="0" err="1"/>
                        <a:t>Dynamic</a:t>
                      </a:r>
                      <a:r>
                        <a:rPr lang="fi-FI" sz="1200" dirty="0"/>
                        <a:t> </a:t>
                      </a:r>
                      <a:r>
                        <a:rPr lang="fi-FI" sz="1200" dirty="0" err="1"/>
                        <a:t>Entra</a:t>
                      </a:r>
                      <a:r>
                        <a:rPr lang="fi-FI" sz="1200" dirty="0"/>
                        <a:t> ID Group, </a:t>
                      </a:r>
                      <a:r>
                        <a:rPr lang="fi-FI" sz="1200" dirty="0" err="1"/>
                        <a:t>based</a:t>
                      </a:r>
                      <a:r>
                        <a:rPr lang="fi-FI" sz="1200" dirty="0"/>
                        <a:t> on HR data</a:t>
                      </a:r>
                    </a:p>
                  </a:txBody>
                  <a:tcPr/>
                </a:tc>
                <a:extLst>
                  <a:ext uri="{0D108BD9-81ED-4DB2-BD59-A6C34878D82A}">
                    <a16:rowId xmlns:a16="http://schemas.microsoft.com/office/drawing/2014/main" val="4153321568"/>
                  </a:ext>
                </a:extLst>
              </a:tr>
              <a:tr h="502920">
                <a:tc>
                  <a:txBody>
                    <a:bodyPr/>
                    <a:lstStyle/>
                    <a:p>
                      <a:r>
                        <a:rPr lang="fi-FI" sz="1200" dirty="0"/>
                        <a:t>External</a:t>
                      </a:r>
                    </a:p>
                  </a:txBody>
                  <a:tcPr/>
                </a:tc>
                <a:tc>
                  <a:txBody>
                    <a:bodyPr/>
                    <a:lstStyle/>
                    <a:p>
                      <a:r>
                        <a:rPr lang="fi-FI" sz="1200" dirty="0"/>
                        <a:t>Partners </a:t>
                      </a:r>
                      <a:r>
                        <a:rPr lang="fi-FI" sz="1200" dirty="0" err="1"/>
                        <a:t>etc</a:t>
                      </a:r>
                      <a:r>
                        <a:rPr lang="fi-FI" sz="1200" dirty="0"/>
                        <a:t> </a:t>
                      </a:r>
                      <a:r>
                        <a:rPr lang="fi-FI" sz="1200" dirty="0" err="1"/>
                        <a:t>that</a:t>
                      </a:r>
                      <a:r>
                        <a:rPr lang="fi-FI" sz="1200" dirty="0"/>
                        <a:t> </a:t>
                      </a:r>
                      <a:r>
                        <a:rPr lang="fi-FI" sz="1200" dirty="0" err="1"/>
                        <a:t>normally</a:t>
                      </a:r>
                      <a:r>
                        <a:rPr lang="fi-FI" sz="1200" dirty="0"/>
                        <a:t> </a:t>
                      </a:r>
                      <a:r>
                        <a:rPr lang="fi-FI" sz="1200" dirty="0" err="1"/>
                        <a:t>use</a:t>
                      </a:r>
                      <a:r>
                        <a:rPr lang="fi-FI" sz="1200" dirty="0"/>
                        <a:t> </a:t>
                      </a:r>
                      <a:r>
                        <a:rPr lang="fi-FI" sz="1200" dirty="0" err="1"/>
                        <a:t>their</a:t>
                      </a:r>
                      <a:r>
                        <a:rPr lang="fi-FI" sz="1200" dirty="0"/>
                        <a:t> </a:t>
                      </a:r>
                      <a:r>
                        <a:rPr lang="fi-FI" sz="1200" dirty="0" err="1"/>
                        <a:t>own</a:t>
                      </a:r>
                      <a:r>
                        <a:rPr lang="fi-FI" sz="1200" dirty="0"/>
                        <a:t> </a:t>
                      </a:r>
                      <a:r>
                        <a:rPr lang="fi-FI" sz="1200" dirty="0" err="1"/>
                        <a:t>or</a:t>
                      </a:r>
                      <a:r>
                        <a:rPr lang="fi-FI" sz="1200" dirty="0"/>
                        <a:t> </a:t>
                      </a:r>
                      <a:r>
                        <a:rPr lang="fi-FI" sz="1200" dirty="0" err="1"/>
                        <a:t>their</a:t>
                      </a:r>
                      <a:r>
                        <a:rPr lang="fi-FI" sz="1200" dirty="0"/>
                        <a:t> </a:t>
                      </a:r>
                      <a:r>
                        <a:rPr lang="fi-FI" sz="1200" dirty="0" err="1"/>
                        <a:t>companys</a:t>
                      </a:r>
                      <a:r>
                        <a:rPr lang="fi-FI" sz="1200" dirty="0"/>
                        <a:t> </a:t>
                      </a:r>
                      <a:r>
                        <a:rPr lang="fi-FI" sz="1200" dirty="0" err="1"/>
                        <a:t>devices</a:t>
                      </a:r>
                      <a:r>
                        <a:rPr lang="fi-FI" sz="1200" dirty="0"/>
                        <a:t> (non-</a:t>
                      </a:r>
                      <a:r>
                        <a:rPr lang="fi-FI" sz="1200" dirty="0" err="1"/>
                        <a:t>trusted</a:t>
                      </a:r>
                      <a:r>
                        <a:rPr lang="fi-FI" sz="1200" dirty="0"/>
                        <a:t>)</a:t>
                      </a:r>
                    </a:p>
                  </a:txBody>
                  <a:tcPr/>
                </a:tc>
                <a:tc>
                  <a:txBody>
                    <a:bodyPr/>
                    <a:lstStyle/>
                    <a:p>
                      <a:r>
                        <a:rPr lang="fi-FI" sz="1200" dirty="0" err="1"/>
                        <a:t>Dynamic</a:t>
                      </a:r>
                      <a:r>
                        <a:rPr lang="fi-FI" sz="1200" dirty="0"/>
                        <a:t> </a:t>
                      </a:r>
                      <a:r>
                        <a:rPr lang="fi-FI" sz="1200" dirty="0" err="1"/>
                        <a:t>Entra</a:t>
                      </a:r>
                      <a:r>
                        <a:rPr lang="fi-FI" sz="1200" dirty="0"/>
                        <a:t> ID Group</a:t>
                      </a:r>
                    </a:p>
                  </a:txBody>
                  <a:tcPr/>
                </a:tc>
                <a:extLst>
                  <a:ext uri="{0D108BD9-81ED-4DB2-BD59-A6C34878D82A}">
                    <a16:rowId xmlns:a16="http://schemas.microsoft.com/office/drawing/2014/main" val="1724055472"/>
                  </a:ext>
                </a:extLst>
              </a:tr>
              <a:tr h="297180">
                <a:tc>
                  <a:txBody>
                    <a:bodyPr/>
                    <a:lstStyle/>
                    <a:p>
                      <a:r>
                        <a:rPr lang="fi-FI" sz="1200" dirty="0" err="1"/>
                        <a:t>Guest</a:t>
                      </a:r>
                      <a:endParaRPr lang="fi-FI" sz="1200" dirty="0"/>
                    </a:p>
                  </a:txBody>
                  <a:tcPr/>
                </a:tc>
                <a:tc>
                  <a:txBody>
                    <a:bodyPr/>
                    <a:lstStyle/>
                    <a:p>
                      <a:r>
                        <a:rPr lang="fi-FI" sz="1200" dirty="0" err="1"/>
                        <a:t>Guest</a:t>
                      </a:r>
                      <a:r>
                        <a:rPr lang="fi-FI" sz="1200" dirty="0"/>
                        <a:t> </a:t>
                      </a:r>
                      <a:r>
                        <a:rPr lang="fi-FI" sz="1200" dirty="0" err="1"/>
                        <a:t>users</a:t>
                      </a:r>
                      <a:endParaRPr lang="fi-FI" sz="1200" dirty="0"/>
                    </a:p>
                  </a:txBody>
                  <a:tcPr/>
                </a:tc>
                <a:tc>
                  <a:txBody>
                    <a:bodyPr/>
                    <a:lstStyle/>
                    <a:p>
                      <a:r>
                        <a:rPr lang="fi-FI" sz="1200" dirty="0"/>
                        <a:t>CA </a:t>
                      </a:r>
                      <a:r>
                        <a:rPr lang="fi-FI" sz="1200" dirty="0" err="1"/>
                        <a:t>Policy</a:t>
                      </a:r>
                      <a:r>
                        <a:rPr lang="fi-FI" sz="1200" dirty="0"/>
                        <a:t> </a:t>
                      </a:r>
                      <a:r>
                        <a:rPr lang="fi-FI" sz="1200" dirty="0" err="1"/>
                        <a:t>selection</a:t>
                      </a:r>
                      <a:endParaRPr lang="fi-FI" sz="1200" dirty="0"/>
                    </a:p>
                  </a:txBody>
                  <a:tcPr/>
                </a:tc>
                <a:extLst>
                  <a:ext uri="{0D108BD9-81ED-4DB2-BD59-A6C34878D82A}">
                    <a16:rowId xmlns:a16="http://schemas.microsoft.com/office/drawing/2014/main" val="2776532208"/>
                  </a:ext>
                </a:extLst>
              </a:tr>
              <a:tr h="320688">
                <a:tc>
                  <a:txBody>
                    <a:bodyPr/>
                    <a:lstStyle/>
                    <a:p>
                      <a:r>
                        <a:rPr lang="fi-FI" sz="1200" dirty="0" err="1"/>
                        <a:t>Admin</a:t>
                      </a:r>
                      <a:endParaRPr lang="fi-FI" sz="1200" dirty="0"/>
                    </a:p>
                  </a:txBody>
                  <a:tcPr/>
                </a:tc>
                <a:tc>
                  <a:txBody>
                    <a:bodyPr/>
                    <a:lstStyle/>
                    <a:p>
                      <a:r>
                        <a:rPr lang="fi-FI" sz="1200" dirty="0" err="1"/>
                        <a:t>Admin</a:t>
                      </a:r>
                      <a:r>
                        <a:rPr lang="fi-FI" sz="1200" dirty="0"/>
                        <a:t> </a:t>
                      </a:r>
                      <a:r>
                        <a:rPr lang="fi-FI" sz="1200" dirty="0" err="1"/>
                        <a:t>users</a:t>
                      </a:r>
                      <a:r>
                        <a:rPr lang="fi-FI" sz="1200" dirty="0"/>
                        <a:t> </a:t>
                      </a:r>
                      <a:r>
                        <a:rPr lang="fi-FI" sz="1200" dirty="0" err="1"/>
                        <a:t>or</a:t>
                      </a:r>
                      <a:r>
                        <a:rPr lang="fi-FI" sz="1200" dirty="0"/>
                        <a:t> </a:t>
                      </a:r>
                      <a:r>
                        <a:rPr lang="fi-FI" sz="1200" dirty="0" err="1"/>
                        <a:t>administrative</a:t>
                      </a:r>
                      <a:r>
                        <a:rPr lang="fi-FI" sz="1200" dirty="0"/>
                        <a:t> </a:t>
                      </a:r>
                      <a:r>
                        <a:rPr lang="fi-FI" sz="1200" dirty="0" err="1"/>
                        <a:t>actions</a:t>
                      </a:r>
                      <a:r>
                        <a:rPr lang="fi-FI" sz="1200" dirty="0"/>
                        <a:t> (AAD Join)</a:t>
                      </a:r>
                    </a:p>
                  </a:txBody>
                  <a:tcPr/>
                </a:tc>
                <a:tc>
                  <a:txBody>
                    <a:bodyPr/>
                    <a:lstStyle/>
                    <a:p>
                      <a:r>
                        <a:rPr lang="fi-FI" sz="1200" dirty="0"/>
                        <a:t>CA </a:t>
                      </a:r>
                      <a:r>
                        <a:rPr lang="fi-FI" sz="1200" dirty="0" err="1"/>
                        <a:t>Policy</a:t>
                      </a:r>
                      <a:r>
                        <a:rPr lang="fi-FI" sz="1200" dirty="0"/>
                        <a:t> </a:t>
                      </a:r>
                      <a:r>
                        <a:rPr lang="fi-FI" sz="1200" dirty="0" err="1"/>
                        <a:t>selection</a:t>
                      </a:r>
                      <a:r>
                        <a:rPr lang="fi-FI" sz="1200" dirty="0"/>
                        <a:t> for </a:t>
                      </a:r>
                      <a:r>
                        <a:rPr lang="fi-FI" sz="1200" dirty="0" err="1"/>
                        <a:t>Admin</a:t>
                      </a:r>
                      <a:r>
                        <a:rPr lang="fi-FI" sz="1200" dirty="0"/>
                        <a:t> </a:t>
                      </a:r>
                      <a:r>
                        <a:rPr lang="fi-FI" sz="1200" dirty="0" err="1"/>
                        <a:t>roles</a:t>
                      </a:r>
                      <a:r>
                        <a:rPr lang="fi-FI" sz="1200" dirty="0"/>
                        <a:t> AND </a:t>
                      </a:r>
                      <a:r>
                        <a:rPr lang="fi-FI" sz="1200" dirty="0" err="1"/>
                        <a:t>Dynamic</a:t>
                      </a:r>
                      <a:r>
                        <a:rPr lang="fi-FI" sz="1200" dirty="0"/>
                        <a:t> </a:t>
                      </a:r>
                      <a:r>
                        <a:rPr lang="fi-FI" sz="1200" dirty="0" err="1"/>
                        <a:t>Entra</a:t>
                      </a:r>
                      <a:r>
                        <a:rPr lang="fi-FI" sz="1200" dirty="0"/>
                        <a:t> ID Group of </a:t>
                      </a:r>
                      <a:r>
                        <a:rPr lang="fi-FI" sz="1200" dirty="0" err="1"/>
                        <a:t>Admins</a:t>
                      </a:r>
                      <a:endParaRPr lang="fi-FI" sz="1200" dirty="0"/>
                    </a:p>
                  </a:txBody>
                  <a:tcPr/>
                </a:tc>
                <a:extLst>
                  <a:ext uri="{0D108BD9-81ED-4DB2-BD59-A6C34878D82A}">
                    <a16:rowId xmlns:a16="http://schemas.microsoft.com/office/drawing/2014/main" val="2511371268"/>
                  </a:ext>
                </a:extLst>
              </a:tr>
              <a:tr h="502920">
                <a:tc>
                  <a:txBody>
                    <a:bodyPr/>
                    <a:lstStyle/>
                    <a:p>
                      <a:r>
                        <a:rPr lang="fi-FI" sz="1200" dirty="0" err="1"/>
                        <a:t>Shared</a:t>
                      </a:r>
                      <a:r>
                        <a:rPr lang="fi-FI" sz="1200" dirty="0"/>
                        <a:t> </a:t>
                      </a:r>
                      <a:r>
                        <a:rPr lang="fi-FI" sz="1200" dirty="0" err="1"/>
                        <a:t>Accounts</a:t>
                      </a:r>
                      <a:endParaRPr lang="fi-FI" sz="1200" dirty="0"/>
                    </a:p>
                  </a:txBody>
                  <a:tcPr/>
                </a:tc>
                <a:tc>
                  <a:txBody>
                    <a:bodyPr/>
                    <a:lstStyle/>
                    <a:p>
                      <a:r>
                        <a:rPr lang="fi-FI" sz="1200" dirty="0" err="1"/>
                        <a:t>Accounts</a:t>
                      </a:r>
                      <a:r>
                        <a:rPr lang="fi-FI" sz="1200" dirty="0"/>
                        <a:t> </a:t>
                      </a:r>
                      <a:r>
                        <a:rPr lang="fi-FI" sz="1200" dirty="0" err="1"/>
                        <a:t>that</a:t>
                      </a:r>
                      <a:r>
                        <a:rPr lang="fi-FI" sz="1200" dirty="0"/>
                        <a:t> </a:t>
                      </a:r>
                      <a:r>
                        <a:rPr lang="fi-FI" sz="1200" dirty="0" err="1"/>
                        <a:t>are</a:t>
                      </a:r>
                      <a:r>
                        <a:rPr lang="fi-FI" sz="1200" dirty="0"/>
                        <a:t> </a:t>
                      </a:r>
                      <a:r>
                        <a:rPr lang="fi-FI" sz="1200" dirty="0" err="1"/>
                        <a:t>used</a:t>
                      </a:r>
                      <a:r>
                        <a:rPr lang="fi-FI" sz="1200" dirty="0"/>
                        <a:t> </a:t>
                      </a:r>
                      <a:r>
                        <a:rPr lang="fi-FI" sz="1200" dirty="0" err="1"/>
                        <a:t>by</a:t>
                      </a:r>
                      <a:r>
                        <a:rPr lang="fi-FI" sz="1200" dirty="0"/>
                        <a:t> </a:t>
                      </a:r>
                      <a:r>
                        <a:rPr lang="fi-FI" sz="1200" dirty="0" err="1"/>
                        <a:t>multiple</a:t>
                      </a:r>
                      <a:r>
                        <a:rPr lang="fi-FI" sz="1200" dirty="0"/>
                        <a:t> persons and </a:t>
                      </a:r>
                      <a:r>
                        <a:rPr lang="fi-FI" sz="1200" dirty="0" err="1"/>
                        <a:t>therefore</a:t>
                      </a:r>
                      <a:r>
                        <a:rPr lang="fi-FI" sz="1200" dirty="0"/>
                        <a:t> </a:t>
                      </a:r>
                      <a:r>
                        <a:rPr lang="fi-FI" sz="1200" dirty="0" err="1"/>
                        <a:t>difficult</a:t>
                      </a:r>
                      <a:r>
                        <a:rPr lang="fi-FI" sz="1200" dirty="0"/>
                        <a:t> </a:t>
                      </a:r>
                      <a:r>
                        <a:rPr lang="fi-FI" sz="1200" dirty="0" err="1"/>
                        <a:t>or</a:t>
                      </a:r>
                      <a:r>
                        <a:rPr lang="fi-FI" sz="1200" dirty="0"/>
                        <a:t> </a:t>
                      </a:r>
                      <a:r>
                        <a:rPr lang="fi-FI" sz="1200" dirty="0" err="1"/>
                        <a:t>impossible</a:t>
                      </a:r>
                      <a:r>
                        <a:rPr lang="fi-FI" sz="1200" dirty="0"/>
                        <a:t> to </a:t>
                      </a:r>
                      <a:r>
                        <a:rPr lang="fi-FI" sz="1200" dirty="0" err="1"/>
                        <a:t>require</a:t>
                      </a:r>
                      <a:r>
                        <a:rPr lang="fi-FI" sz="1200" dirty="0"/>
                        <a:t> MFA</a:t>
                      </a:r>
                    </a:p>
                  </a:txBody>
                  <a:tcPr/>
                </a:tc>
                <a:tc>
                  <a:txBody>
                    <a:bodyPr/>
                    <a:lstStyle/>
                    <a:p>
                      <a:r>
                        <a:rPr lang="fi-FI" sz="1200" dirty="0" err="1"/>
                        <a:t>Entra</a:t>
                      </a:r>
                      <a:r>
                        <a:rPr lang="fi-FI" sz="1200" dirty="0"/>
                        <a:t> ID Group</a:t>
                      </a:r>
                    </a:p>
                  </a:txBody>
                  <a:tcPr/>
                </a:tc>
                <a:extLst>
                  <a:ext uri="{0D108BD9-81ED-4DB2-BD59-A6C34878D82A}">
                    <a16:rowId xmlns:a16="http://schemas.microsoft.com/office/drawing/2014/main" val="2801705306"/>
                  </a:ext>
                </a:extLst>
              </a:tr>
              <a:tr h="502920">
                <a:tc>
                  <a:txBody>
                    <a:bodyPr/>
                    <a:lstStyle/>
                    <a:p>
                      <a:r>
                        <a:rPr lang="fi-FI" sz="1200" dirty="0"/>
                        <a:t>Service </a:t>
                      </a:r>
                      <a:r>
                        <a:rPr lang="fi-FI" sz="1200" dirty="0" err="1"/>
                        <a:t>Accounts</a:t>
                      </a:r>
                      <a:endParaRPr lang="fi-FI" sz="1200" dirty="0"/>
                    </a:p>
                  </a:txBody>
                  <a:tcPr/>
                </a:tc>
                <a:tc>
                  <a:txBody>
                    <a:bodyPr/>
                    <a:lstStyle/>
                    <a:p>
                      <a:r>
                        <a:rPr lang="fi-FI" sz="1200" dirty="0" err="1"/>
                        <a:t>Accounts</a:t>
                      </a:r>
                      <a:r>
                        <a:rPr lang="fi-FI" sz="1200" dirty="0"/>
                        <a:t> </a:t>
                      </a:r>
                      <a:r>
                        <a:rPr lang="fi-FI" sz="1200" dirty="0" err="1"/>
                        <a:t>that</a:t>
                      </a:r>
                      <a:r>
                        <a:rPr lang="fi-FI" sz="1200" dirty="0"/>
                        <a:t> </a:t>
                      </a:r>
                      <a:r>
                        <a:rPr lang="fi-FI" sz="1200" dirty="0" err="1"/>
                        <a:t>are</a:t>
                      </a:r>
                      <a:r>
                        <a:rPr lang="fi-FI" sz="1200" dirty="0"/>
                        <a:t> not </a:t>
                      </a:r>
                      <a:r>
                        <a:rPr lang="fi-FI" sz="1200" dirty="0" err="1"/>
                        <a:t>used</a:t>
                      </a:r>
                      <a:r>
                        <a:rPr lang="fi-FI" sz="1200" dirty="0"/>
                        <a:t> </a:t>
                      </a:r>
                      <a:r>
                        <a:rPr lang="fi-FI" sz="1200" dirty="0" err="1"/>
                        <a:t>by</a:t>
                      </a:r>
                      <a:r>
                        <a:rPr lang="fi-FI" sz="1200" dirty="0"/>
                        <a:t> persons (no MFA) and </a:t>
                      </a:r>
                      <a:r>
                        <a:rPr lang="fi-FI" sz="1200" dirty="0" err="1"/>
                        <a:t>usually</a:t>
                      </a:r>
                      <a:r>
                        <a:rPr lang="fi-FI" sz="1200" dirty="0"/>
                        <a:t> not </a:t>
                      </a:r>
                      <a:r>
                        <a:rPr lang="fi-FI" sz="1200" dirty="0" err="1"/>
                        <a:t>from</a:t>
                      </a:r>
                      <a:r>
                        <a:rPr lang="fi-FI" sz="1200" dirty="0"/>
                        <a:t> </a:t>
                      </a:r>
                      <a:r>
                        <a:rPr lang="fi-FI" sz="1200" dirty="0" err="1"/>
                        <a:t>compliant</a:t>
                      </a:r>
                      <a:r>
                        <a:rPr lang="fi-FI" sz="1200" dirty="0"/>
                        <a:t> </a:t>
                      </a:r>
                      <a:r>
                        <a:rPr lang="fi-FI" sz="1200" dirty="0" err="1"/>
                        <a:t>devices</a:t>
                      </a:r>
                      <a:endParaRPr lang="fi-FI" sz="1200" dirty="0"/>
                    </a:p>
                  </a:txBody>
                  <a:tcPr/>
                </a:tc>
                <a:tc>
                  <a:txBody>
                    <a:bodyPr/>
                    <a:lstStyle/>
                    <a:p>
                      <a:r>
                        <a:rPr lang="fi-FI" sz="1200" dirty="0" err="1"/>
                        <a:t>Entra</a:t>
                      </a:r>
                      <a:r>
                        <a:rPr lang="fi-FI" sz="1200" dirty="0"/>
                        <a:t> ID Group</a:t>
                      </a:r>
                    </a:p>
                  </a:txBody>
                  <a:tcPr/>
                </a:tc>
                <a:extLst>
                  <a:ext uri="{0D108BD9-81ED-4DB2-BD59-A6C34878D82A}">
                    <a16:rowId xmlns:a16="http://schemas.microsoft.com/office/drawing/2014/main" val="693187245"/>
                  </a:ext>
                </a:extLst>
              </a:tr>
            </a:tbl>
          </a:graphicData>
        </a:graphic>
      </p:graphicFrame>
      <p:sp>
        <p:nvSpPr>
          <p:cNvPr id="4" name="Slide Number Placeholder 3">
            <a:extLst>
              <a:ext uri="{FF2B5EF4-FFF2-40B4-BE49-F238E27FC236}">
                <a16:creationId xmlns:a16="http://schemas.microsoft.com/office/drawing/2014/main" id="{67818E35-83BC-6A88-9AC5-6CF484AAB44A}"/>
              </a:ext>
            </a:extLst>
          </p:cNvPr>
          <p:cNvSpPr>
            <a:spLocks noGrp="1"/>
          </p:cNvSpPr>
          <p:nvPr>
            <p:ph type="sldNum" sz="quarter" idx="10"/>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fld id="{ABDD62AB-4532-4F49-AC82-62CE9ED7FFA2}" type="slidenum">
              <a:rPr kumimoji="0" lang="fi-FI" sz="900" b="0" i="0" u="none" strike="noStrike" kern="1200" cap="none" spc="0" normalizeH="0" baseline="0" noProof="0">
                <a:ln>
                  <a:noFill/>
                </a:ln>
                <a:solidFill>
                  <a:srgbClr val="000000">
                    <a:tint val="75000"/>
                  </a:srgbClr>
                </a:solidFill>
                <a:effectLst/>
                <a:uLnTx/>
                <a:uFillTx/>
                <a:latin typeface="Arial"/>
                <a:ea typeface="+mn-ea"/>
                <a:cs typeface="Arial" pitchFamily="34" charset="0"/>
              </a:rPr>
              <a:pPr marL="0" marR="0" lvl="0" indent="0" algn="l" defTabSz="914354" rtl="0" eaLnBrk="1" fontAlgn="auto" latinLnBrk="0" hangingPunct="1">
                <a:lnSpc>
                  <a:spcPct val="100000"/>
                </a:lnSpc>
                <a:spcBef>
                  <a:spcPts val="0"/>
                </a:spcBef>
                <a:spcAft>
                  <a:spcPts val="0"/>
                </a:spcAft>
                <a:buClrTx/>
                <a:buSzTx/>
                <a:buFontTx/>
                <a:buNone/>
                <a:tabLst/>
                <a:defRPr/>
              </a:pPr>
              <a:t>6</a:t>
            </a:fld>
            <a:endParaRPr kumimoji="0" lang="fi-FI" sz="900" b="0" i="0" u="none" strike="noStrike" kern="1200" cap="none" spc="0" normalizeH="0" baseline="0" noProof="0">
              <a:ln>
                <a:noFill/>
              </a:ln>
              <a:solidFill>
                <a:srgbClr val="000000">
                  <a:tint val="75000"/>
                </a:srgbClr>
              </a:solidFill>
              <a:effectLst/>
              <a:uLnTx/>
              <a:uFillTx/>
              <a:latin typeface="Arial"/>
              <a:ea typeface="+mn-ea"/>
              <a:cs typeface="Arial" pitchFamily="34" charset="0"/>
            </a:endParaRPr>
          </a:p>
        </p:txBody>
      </p:sp>
    </p:spTree>
    <p:extLst>
      <p:ext uri="{BB962C8B-B14F-4D97-AF65-F5344CB8AC3E}">
        <p14:creationId xmlns:p14="http://schemas.microsoft.com/office/powerpoint/2010/main" val="2823708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6CD4-04F5-73D4-0103-1F7A5D430053}"/>
              </a:ext>
            </a:extLst>
          </p:cNvPr>
          <p:cNvSpPr>
            <a:spLocks noGrp="1"/>
          </p:cNvSpPr>
          <p:nvPr>
            <p:ph type="title"/>
          </p:nvPr>
        </p:nvSpPr>
        <p:spPr/>
        <p:txBody>
          <a:bodyPr/>
          <a:lstStyle/>
          <a:p>
            <a:r>
              <a:rPr lang="fi-FI" dirty="0" err="1"/>
              <a:t>Example</a:t>
            </a:r>
            <a:r>
              <a:rPr lang="fi-FI" dirty="0"/>
              <a:t> </a:t>
            </a:r>
            <a:r>
              <a:rPr lang="fi-FI" dirty="0" err="1"/>
              <a:t>policies</a:t>
            </a:r>
            <a:r>
              <a:rPr lang="fi-FI" dirty="0"/>
              <a:t> for </a:t>
            </a:r>
            <a:r>
              <a:rPr lang="fi-FI" dirty="0" err="1"/>
              <a:t>personas</a:t>
            </a:r>
            <a:endParaRPr lang="fi-FI" dirty="0"/>
          </a:p>
        </p:txBody>
      </p:sp>
      <p:graphicFrame>
        <p:nvGraphicFramePr>
          <p:cNvPr id="5" name="Table 5">
            <a:extLst>
              <a:ext uri="{FF2B5EF4-FFF2-40B4-BE49-F238E27FC236}">
                <a16:creationId xmlns:a16="http://schemas.microsoft.com/office/drawing/2014/main" id="{82375D2F-1A12-1991-B7B7-6862DBA89425}"/>
              </a:ext>
            </a:extLst>
          </p:cNvPr>
          <p:cNvGraphicFramePr>
            <a:graphicFrameLocks noGrp="1"/>
          </p:cNvGraphicFramePr>
          <p:nvPr>
            <p:ph idx="1"/>
            <p:extLst>
              <p:ext uri="{D42A27DB-BD31-4B8C-83A1-F6EECF244321}">
                <p14:modId xmlns:p14="http://schemas.microsoft.com/office/powerpoint/2010/main" val="2274118154"/>
              </p:ext>
            </p:extLst>
          </p:nvPr>
        </p:nvGraphicFramePr>
        <p:xfrm>
          <a:off x="437021" y="1169754"/>
          <a:ext cx="7848600" cy="2952616"/>
        </p:xfrm>
        <a:graphic>
          <a:graphicData uri="http://schemas.openxmlformats.org/drawingml/2006/table">
            <a:tbl>
              <a:tblPr firstRow="1" bandRow="1">
                <a:tableStyleId>{5C22544A-7EE6-4342-B048-85BDC9FD1C3A}</a:tableStyleId>
              </a:tblPr>
              <a:tblGrid>
                <a:gridCol w="1936661">
                  <a:extLst>
                    <a:ext uri="{9D8B030D-6E8A-4147-A177-3AD203B41FA5}">
                      <a16:colId xmlns:a16="http://schemas.microsoft.com/office/drawing/2014/main" val="771047215"/>
                    </a:ext>
                  </a:extLst>
                </a:gridCol>
                <a:gridCol w="5911939">
                  <a:extLst>
                    <a:ext uri="{9D8B030D-6E8A-4147-A177-3AD203B41FA5}">
                      <a16:colId xmlns:a16="http://schemas.microsoft.com/office/drawing/2014/main" val="2212323482"/>
                    </a:ext>
                  </a:extLst>
                </a:gridCol>
              </a:tblGrid>
              <a:tr h="297180">
                <a:tc>
                  <a:txBody>
                    <a:bodyPr/>
                    <a:lstStyle/>
                    <a:p>
                      <a:r>
                        <a:rPr lang="fi-FI" sz="1400" dirty="0"/>
                        <a:t>Persona</a:t>
                      </a:r>
                    </a:p>
                  </a:txBody>
                  <a:tcPr/>
                </a:tc>
                <a:tc>
                  <a:txBody>
                    <a:bodyPr/>
                    <a:lstStyle/>
                    <a:p>
                      <a:r>
                        <a:rPr lang="fi-FI" sz="1400" dirty="0" err="1"/>
                        <a:t>Policy</a:t>
                      </a:r>
                      <a:endParaRPr lang="fi-FI" sz="1400" dirty="0"/>
                    </a:p>
                  </a:txBody>
                  <a:tcPr/>
                </a:tc>
                <a:extLst>
                  <a:ext uri="{0D108BD9-81ED-4DB2-BD59-A6C34878D82A}">
                    <a16:rowId xmlns:a16="http://schemas.microsoft.com/office/drawing/2014/main" val="2256394705"/>
                  </a:ext>
                </a:extLst>
              </a:tr>
              <a:tr h="297180">
                <a:tc>
                  <a:txBody>
                    <a:bodyPr/>
                    <a:lstStyle/>
                    <a:p>
                      <a:r>
                        <a:rPr lang="fi-FI" sz="1400" dirty="0"/>
                        <a:t>Global</a:t>
                      </a:r>
                    </a:p>
                  </a:txBody>
                  <a:tcPr/>
                </a:tc>
                <a:tc>
                  <a:txBody>
                    <a:bodyPr/>
                    <a:lstStyle/>
                    <a:p>
                      <a:r>
                        <a:rPr lang="fi-FI" sz="1400" dirty="0" err="1"/>
                        <a:t>Sign</a:t>
                      </a:r>
                      <a:r>
                        <a:rPr lang="fi-FI" sz="1400" dirty="0"/>
                        <a:t>-in </a:t>
                      </a:r>
                      <a:r>
                        <a:rPr lang="fi-FI" sz="1400" dirty="0" err="1"/>
                        <a:t>frequency</a:t>
                      </a:r>
                      <a:r>
                        <a:rPr lang="fi-FI" sz="1400" dirty="0"/>
                        <a:t> 8h </a:t>
                      </a:r>
                      <a:r>
                        <a:rPr lang="fi-FI" sz="1400" dirty="0" err="1"/>
                        <a:t>when</a:t>
                      </a:r>
                      <a:r>
                        <a:rPr lang="fi-FI" sz="1400" dirty="0"/>
                        <a:t> </a:t>
                      </a:r>
                      <a:r>
                        <a:rPr lang="fi-FI" sz="1400" dirty="0" err="1"/>
                        <a:t>accessing</a:t>
                      </a:r>
                      <a:r>
                        <a:rPr lang="fi-FI" sz="1400" dirty="0"/>
                        <a:t> </a:t>
                      </a:r>
                      <a:r>
                        <a:rPr lang="fi-FI" sz="1400" dirty="0" err="1"/>
                        <a:t>from</a:t>
                      </a:r>
                      <a:r>
                        <a:rPr lang="fi-FI" sz="1400" dirty="0"/>
                        <a:t> non-</a:t>
                      </a:r>
                      <a:r>
                        <a:rPr lang="fi-FI" sz="1400" dirty="0" err="1"/>
                        <a:t>compliant</a:t>
                      </a:r>
                      <a:r>
                        <a:rPr lang="fi-FI" sz="1400" dirty="0"/>
                        <a:t> </a:t>
                      </a:r>
                      <a:r>
                        <a:rPr lang="fi-FI" sz="1400" dirty="0" err="1"/>
                        <a:t>device</a:t>
                      </a:r>
                      <a:endParaRPr lang="fi-FI" sz="1400" dirty="0"/>
                    </a:p>
                  </a:txBody>
                  <a:tcPr/>
                </a:tc>
                <a:extLst>
                  <a:ext uri="{0D108BD9-81ED-4DB2-BD59-A6C34878D82A}">
                    <a16:rowId xmlns:a16="http://schemas.microsoft.com/office/drawing/2014/main" val="1243299589"/>
                  </a:ext>
                </a:extLst>
              </a:tr>
              <a:tr h="299528">
                <a:tc>
                  <a:txBody>
                    <a:bodyPr/>
                    <a:lstStyle/>
                    <a:p>
                      <a:r>
                        <a:rPr lang="fi-FI" sz="1400" dirty="0" err="1"/>
                        <a:t>Internal</a:t>
                      </a:r>
                      <a:endParaRPr lang="fi-FI" sz="1400" dirty="0"/>
                    </a:p>
                  </a:txBody>
                  <a:tcPr/>
                </a:tc>
                <a:tc>
                  <a:txBody>
                    <a:bodyPr/>
                    <a:lstStyle/>
                    <a:p>
                      <a:r>
                        <a:rPr lang="fi-FI" sz="1400" dirty="0" err="1"/>
                        <a:t>Require</a:t>
                      </a:r>
                      <a:r>
                        <a:rPr lang="fi-FI" sz="1400" dirty="0"/>
                        <a:t> </a:t>
                      </a:r>
                      <a:r>
                        <a:rPr lang="fi-FI" sz="1400" dirty="0" err="1"/>
                        <a:t>compliant</a:t>
                      </a:r>
                      <a:r>
                        <a:rPr lang="fi-FI" sz="1400" dirty="0"/>
                        <a:t> </a:t>
                      </a:r>
                      <a:r>
                        <a:rPr lang="fi-FI" sz="1400" dirty="0" err="1"/>
                        <a:t>device</a:t>
                      </a:r>
                      <a:r>
                        <a:rPr lang="fi-FI" sz="1400" dirty="0"/>
                        <a:t> </a:t>
                      </a:r>
                      <a:r>
                        <a:rPr lang="fi-FI" sz="1400" dirty="0" err="1"/>
                        <a:t>when</a:t>
                      </a:r>
                      <a:r>
                        <a:rPr lang="fi-FI" sz="1400" dirty="0"/>
                        <a:t> </a:t>
                      </a:r>
                      <a:r>
                        <a:rPr lang="fi-FI" sz="1400" dirty="0" err="1"/>
                        <a:t>using</a:t>
                      </a:r>
                      <a:r>
                        <a:rPr lang="fi-FI" sz="1400" dirty="0"/>
                        <a:t> Client / </a:t>
                      </a:r>
                      <a:r>
                        <a:rPr lang="fi-FI" sz="1400" dirty="0" err="1"/>
                        <a:t>App</a:t>
                      </a:r>
                      <a:r>
                        <a:rPr lang="fi-FI" sz="1400" dirty="0"/>
                        <a:t>, MFA </a:t>
                      </a:r>
                      <a:r>
                        <a:rPr lang="fi-FI" sz="1400" dirty="0" err="1"/>
                        <a:t>with</a:t>
                      </a:r>
                      <a:r>
                        <a:rPr lang="fi-FI" sz="1400" dirty="0"/>
                        <a:t> </a:t>
                      </a:r>
                      <a:r>
                        <a:rPr lang="fi-FI" sz="1400" dirty="0" err="1"/>
                        <a:t>Browser</a:t>
                      </a:r>
                      <a:endParaRPr lang="fi-FI" sz="1400" dirty="0"/>
                    </a:p>
                  </a:txBody>
                  <a:tcPr/>
                </a:tc>
                <a:extLst>
                  <a:ext uri="{0D108BD9-81ED-4DB2-BD59-A6C34878D82A}">
                    <a16:rowId xmlns:a16="http://schemas.microsoft.com/office/drawing/2014/main" val="4153321568"/>
                  </a:ext>
                </a:extLst>
              </a:tr>
              <a:tr h="476670">
                <a:tc>
                  <a:txBody>
                    <a:bodyPr/>
                    <a:lstStyle/>
                    <a:p>
                      <a:r>
                        <a:rPr lang="fi-FI" sz="1400" dirty="0"/>
                        <a:t>External</a:t>
                      </a:r>
                    </a:p>
                  </a:txBody>
                  <a:tcPr/>
                </a:tc>
                <a:tc>
                  <a:txBody>
                    <a:bodyPr/>
                    <a:lstStyle/>
                    <a:p>
                      <a:r>
                        <a:rPr lang="fi-FI" sz="1400" dirty="0" err="1"/>
                        <a:t>Require</a:t>
                      </a:r>
                      <a:r>
                        <a:rPr lang="fi-FI" sz="1400" dirty="0"/>
                        <a:t> MFA</a:t>
                      </a:r>
                    </a:p>
                  </a:txBody>
                  <a:tcPr/>
                </a:tc>
                <a:extLst>
                  <a:ext uri="{0D108BD9-81ED-4DB2-BD59-A6C34878D82A}">
                    <a16:rowId xmlns:a16="http://schemas.microsoft.com/office/drawing/2014/main" val="1724055472"/>
                  </a:ext>
                </a:extLst>
              </a:tr>
              <a:tr h="297180">
                <a:tc>
                  <a:txBody>
                    <a:bodyPr/>
                    <a:lstStyle/>
                    <a:p>
                      <a:r>
                        <a:rPr lang="fi-FI" sz="1400" dirty="0" err="1"/>
                        <a:t>Guest</a:t>
                      </a:r>
                      <a:endParaRPr lang="fi-FI" sz="1400" dirty="0"/>
                    </a:p>
                  </a:txBody>
                  <a:tcPr/>
                </a:tc>
                <a:tc>
                  <a:txBody>
                    <a:bodyPr/>
                    <a:lstStyle/>
                    <a:p>
                      <a:r>
                        <a:rPr lang="fi-FI" sz="1400" dirty="0" err="1"/>
                        <a:t>Require</a:t>
                      </a:r>
                      <a:r>
                        <a:rPr lang="fi-FI" sz="1400" dirty="0"/>
                        <a:t> MFA</a:t>
                      </a:r>
                    </a:p>
                  </a:txBody>
                  <a:tcPr/>
                </a:tc>
                <a:extLst>
                  <a:ext uri="{0D108BD9-81ED-4DB2-BD59-A6C34878D82A}">
                    <a16:rowId xmlns:a16="http://schemas.microsoft.com/office/drawing/2014/main" val="2776532208"/>
                  </a:ext>
                </a:extLst>
              </a:tr>
              <a:tr h="320688">
                <a:tc>
                  <a:txBody>
                    <a:bodyPr/>
                    <a:lstStyle/>
                    <a:p>
                      <a:r>
                        <a:rPr lang="fi-FI" sz="1400" dirty="0" err="1"/>
                        <a:t>Admin</a:t>
                      </a:r>
                      <a:endParaRPr lang="fi-FI" sz="1400" dirty="0"/>
                    </a:p>
                  </a:txBody>
                  <a:tcPr/>
                </a:tc>
                <a:tc>
                  <a:txBody>
                    <a:bodyPr/>
                    <a:lstStyle/>
                    <a:p>
                      <a:r>
                        <a:rPr lang="fi-FI" sz="1400" dirty="0" err="1"/>
                        <a:t>Require</a:t>
                      </a:r>
                      <a:r>
                        <a:rPr lang="fi-FI" sz="1400" dirty="0"/>
                        <a:t> MFA, </a:t>
                      </a:r>
                      <a:r>
                        <a:rPr lang="fi-FI" sz="1400" dirty="0" err="1"/>
                        <a:t>Sign</a:t>
                      </a:r>
                      <a:r>
                        <a:rPr lang="fi-FI" sz="1400" dirty="0"/>
                        <a:t>-in </a:t>
                      </a:r>
                      <a:r>
                        <a:rPr lang="fi-FI" sz="1400" dirty="0" err="1"/>
                        <a:t>frequency</a:t>
                      </a:r>
                      <a:r>
                        <a:rPr lang="fi-FI" sz="1400" dirty="0"/>
                        <a:t> 8h</a:t>
                      </a:r>
                    </a:p>
                  </a:txBody>
                  <a:tcPr/>
                </a:tc>
                <a:extLst>
                  <a:ext uri="{0D108BD9-81ED-4DB2-BD59-A6C34878D82A}">
                    <a16:rowId xmlns:a16="http://schemas.microsoft.com/office/drawing/2014/main" val="2511371268"/>
                  </a:ext>
                </a:extLst>
              </a:tr>
              <a:tr h="468029">
                <a:tc>
                  <a:txBody>
                    <a:bodyPr/>
                    <a:lstStyle/>
                    <a:p>
                      <a:r>
                        <a:rPr lang="fi-FI" sz="1400" dirty="0" err="1"/>
                        <a:t>Shared</a:t>
                      </a:r>
                      <a:r>
                        <a:rPr lang="fi-FI" sz="1400" dirty="0"/>
                        <a:t> </a:t>
                      </a:r>
                      <a:r>
                        <a:rPr lang="fi-FI" sz="1400" dirty="0" err="1"/>
                        <a:t>Accounts</a:t>
                      </a:r>
                      <a:endParaRPr lang="fi-FI" sz="1400" dirty="0"/>
                    </a:p>
                  </a:txBody>
                  <a:tcPr/>
                </a:tc>
                <a:tc>
                  <a:txBody>
                    <a:bodyPr/>
                    <a:lstStyle/>
                    <a:p>
                      <a:r>
                        <a:rPr lang="fi-FI" sz="1400" dirty="0" err="1"/>
                        <a:t>Require</a:t>
                      </a:r>
                      <a:r>
                        <a:rPr lang="fi-FI" sz="1400" dirty="0"/>
                        <a:t> </a:t>
                      </a:r>
                      <a:r>
                        <a:rPr lang="fi-FI" sz="1400" dirty="0" err="1"/>
                        <a:t>compliant</a:t>
                      </a:r>
                      <a:r>
                        <a:rPr lang="fi-FI" sz="1400" dirty="0"/>
                        <a:t> </a:t>
                      </a:r>
                      <a:r>
                        <a:rPr lang="fi-FI" sz="1400" dirty="0" err="1"/>
                        <a:t>device</a:t>
                      </a:r>
                      <a:r>
                        <a:rPr lang="fi-FI" sz="1400" dirty="0"/>
                        <a:t> </a:t>
                      </a:r>
                      <a:r>
                        <a:rPr lang="fi-FI" sz="1400" dirty="0" err="1"/>
                        <a:t>or</a:t>
                      </a:r>
                      <a:r>
                        <a:rPr lang="fi-FI" sz="1400" dirty="0"/>
                        <a:t> </a:t>
                      </a:r>
                      <a:r>
                        <a:rPr lang="fi-FI" sz="1400" dirty="0" err="1"/>
                        <a:t>known</a:t>
                      </a:r>
                      <a:r>
                        <a:rPr lang="fi-FI" sz="1400" dirty="0"/>
                        <a:t> </a:t>
                      </a:r>
                      <a:r>
                        <a:rPr lang="fi-FI" sz="1400" dirty="0" err="1"/>
                        <a:t>network</a:t>
                      </a:r>
                      <a:r>
                        <a:rPr lang="fi-FI" sz="1400" dirty="0"/>
                        <a:t> </a:t>
                      </a:r>
                      <a:r>
                        <a:rPr lang="fi-FI" sz="1400" dirty="0" err="1"/>
                        <a:t>location</a:t>
                      </a:r>
                      <a:endParaRPr lang="fi-FI" sz="1400" dirty="0"/>
                    </a:p>
                  </a:txBody>
                  <a:tcPr/>
                </a:tc>
                <a:extLst>
                  <a:ext uri="{0D108BD9-81ED-4DB2-BD59-A6C34878D82A}">
                    <a16:rowId xmlns:a16="http://schemas.microsoft.com/office/drawing/2014/main" val="2801705306"/>
                  </a:ext>
                </a:extLst>
              </a:tr>
              <a:tr h="468029">
                <a:tc>
                  <a:txBody>
                    <a:bodyPr/>
                    <a:lstStyle/>
                    <a:p>
                      <a:r>
                        <a:rPr lang="fi-FI" sz="1400" dirty="0"/>
                        <a:t>Service </a:t>
                      </a:r>
                      <a:r>
                        <a:rPr lang="fi-FI" sz="1400" dirty="0" err="1"/>
                        <a:t>Accounts</a:t>
                      </a:r>
                      <a:endParaRPr lang="fi-FI" sz="1400" dirty="0"/>
                    </a:p>
                  </a:txBody>
                  <a:tcPr/>
                </a:tc>
                <a:tc>
                  <a:txBody>
                    <a:bodyPr/>
                    <a:lstStyle/>
                    <a:p>
                      <a:r>
                        <a:rPr lang="fi-FI" sz="1400" dirty="0" err="1"/>
                        <a:t>Require</a:t>
                      </a:r>
                      <a:r>
                        <a:rPr lang="fi-FI" sz="1400" dirty="0"/>
                        <a:t> </a:t>
                      </a:r>
                      <a:r>
                        <a:rPr lang="fi-FI" sz="1400" dirty="0" err="1"/>
                        <a:t>compliant</a:t>
                      </a:r>
                      <a:r>
                        <a:rPr lang="fi-FI" sz="1400" dirty="0"/>
                        <a:t> </a:t>
                      </a:r>
                      <a:r>
                        <a:rPr lang="fi-FI" sz="1400" dirty="0" err="1"/>
                        <a:t>device</a:t>
                      </a:r>
                      <a:r>
                        <a:rPr lang="fi-FI" sz="1400" dirty="0"/>
                        <a:t> </a:t>
                      </a:r>
                      <a:r>
                        <a:rPr lang="fi-FI" sz="1400" dirty="0" err="1"/>
                        <a:t>or</a:t>
                      </a:r>
                      <a:r>
                        <a:rPr lang="fi-FI" sz="1400" dirty="0"/>
                        <a:t> </a:t>
                      </a:r>
                      <a:r>
                        <a:rPr lang="fi-FI" sz="1400" dirty="0" err="1"/>
                        <a:t>known</a:t>
                      </a:r>
                      <a:r>
                        <a:rPr lang="fi-FI" sz="1400" dirty="0"/>
                        <a:t> </a:t>
                      </a:r>
                      <a:r>
                        <a:rPr lang="fi-FI" sz="1400" dirty="0" err="1"/>
                        <a:t>network</a:t>
                      </a:r>
                      <a:r>
                        <a:rPr lang="fi-FI" sz="1400" dirty="0"/>
                        <a:t> </a:t>
                      </a:r>
                      <a:r>
                        <a:rPr lang="fi-FI" sz="1400" dirty="0" err="1"/>
                        <a:t>location</a:t>
                      </a:r>
                      <a:endParaRPr lang="fi-FI" sz="1400" dirty="0"/>
                    </a:p>
                  </a:txBody>
                  <a:tcPr/>
                </a:tc>
                <a:extLst>
                  <a:ext uri="{0D108BD9-81ED-4DB2-BD59-A6C34878D82A}">
                    <a16:rowId xmlns:a16="http://schemas.microsoft.com/office/drawing/2014/main" val="693187245"/>
                  </a:ext>
                </a:extLst>
              </a:tr>
            </a:tbl>
          </a:graphicData>
        </a:graphic>
      </p:graphicFrame>
      <p:sp>
        <p:nvSpPr>
          <p:cNvPr id="4" name="Slide Number Placeholder 3">
            <a:extLst>
              <a:ext uri="{FF2B5EF4-FFF2-40B4-BE49-F238E27FC236}">
                <a16:creationId xmlns:a16="http://schemas.microsoft.com/office/drawing/2014/main" id="{67818E35-83BC-6A88-9AC5-6CF484AAB44A}"/>
              </a:ext>
            </a:extLst>
          </p:cNvPr>
          <p:cNvSpPr>
            <a:spLocks noGrp="1"/>
          </p:cNvSpPr>
          <p:nvPr>
            <p:ph type="sldNum" sz="quarter" idx="10"/>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fld id="{ABDD62AB-4532-4F49-AC82-62CE9ED7FFA2}" type="slidenum">
              <a:rPr kumimoji="0" lang="fi-FI" sz="900" b="0" i="0" u="none" strike="noStrike" kern="1200" cap="none" spc="0" normalizeH="0" baseline="0" noProof="0">
                <a:ln>
                  <a:noFill/>
                </a:ln>
                <a:solidFill>
                  <a:srgbClr val="000000">
                    <a:tint val="75000"/>
                  </a:srgbClr>
                </a:solidFill>
                <a:effectLst/>
                <a:uLnTx/>
                <a:uFillTx/>
                <a:latin typeface="Arial"/>
                <a:ea typeface="+mn-ea"/>
                <a:cs typeface="Arial" pitchFamily="34" charset="0"/>
              </a:rPr>
              <a:pPr marL="0" marR="0" lvl="0" indent="0" algn="l" defTabSz="914354" rtl="0" eaLnBrk="1" fontAlgn="auto" latinLnBrk="0" hangingPunct="1">
                <a:lnSpc>
                  <a:spcPct val="100000"/>
                </a:lnSpc>
                <a:spcBef>
                  <a:spcPts val="0"/>
                </a:spcBef>
                <a:spcAft>
                  <a:spcPts val="0"/>
                </a:spcAft>
                <a:buClrTx/>
                <a:buSzTx/>
                <a:buFontTx/>
                <a:buNone/>
                <a:tabLst/>
                <a:defRPr/>
              </a:pPr>
              <a:t>7</a:t>
            </a:fld>
            <a:endParaRPr kumimoji="0" lang="fi-FI" sz="900" b="0" i="0" u="none" strike="noStrike" kern="1200" cap="none" spc="0" normalizeH="0" baseline="0" noProof="0">
              <a:ln>
                <a:noFill/>
              </a:ln>
              <a:solidFill>
                <a:srgbClr val="000000">
                  <a:tint val="75000"/>
                </a:srgbClr>
              </a:solidFill>
              <a:effectLst/>
              <a:uLnTx/>
              <a:uFillTx/>
              <a:latin typeface="Arial"/>
              <a:ea typeface="+mn-ea"/>
              <a:cs typeface="Arial" pitchFamily="34" charset="0"/>
            </a:endParaRPr>
          </a:p>
        </p:txBody>
      </p:sp>
    </p:spTree>
    <p:extLst>
      <p:ext uri="{BB962C8B-B14F-4D97-AF65-F5344CB8AC3E}">
        <p14:creationId xmlns:p14="http://schemas.microsoft.com/office/powerpoint/2010/main" val="2389932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Create an image for the selected slide titled 'Adventures of Identity Protection'. The theme should be 'no exceptions'. Incorporate elements related to identity protection, conditional access policy framework, and modern security practices. Use a professional and modern design style with a focus on security and protection. Include graphical elements such as shields, locks, and network symbols. Use a color palette that conveys trust and security, such as shades of blue and green. The mood should be proactive and vigilant. Ensure the text is clear and readable, using a clean and professional font style.">
            <a:extLst>
              <a:ext uri="{FF2B5EF4-FFF2-40B4-BE49-F238E27FC236}">
                <a16:creationId xmlns:a16="http://schemas.microsoft.com/office/drawing/2014/main" id="{40BA2C49-CBD4-A95B-F2C7-D5C5DCD9686F}"/>
              </a:ext>
            </a:extLst>
          </p:cNvPr>
          <p:cNvPicPr>
            <a:picLocks noGrp="1" noChangeAspect="1"/>
          </p:cNvPicPr>
          <p:nvPr>
            <p:ph type="pic" sz="quarter" idx="10"/>
          </p:nvPr>
        </p:nvPicPr>
        <p:blipFill>
          <a:blip r:embed="rId2"/>
          <a:srcRect l="19441" r="19441"/>
          <a:stretch/>
        </p:blipFill>
        <p:spPr/>
      </p:pic>
      <p:sp>
        <p:nvSpPr>
          <p:cNvPr id="2" name="Title 1">
            <a:extLst>
              <a:ext uri="{FF2B5EF4-FFF2-40B4-BE49-F238E27FC236}">
                <a16:creationId xmlns:a16="http://schemas.microsoft.com/office/drawing/2014/main" id="{9FE07711-E7B5-8954-471A-28A5A758A729}"/>
              </a:ext>
            </a:extLst>
          </p:cNvPr>
          <p:cNvSpPr>
            <a:spLocks noGrp="1"/>
          </p:cNvSpPr>
          <p:nvPr>
            <p:ph type="title"/>
          </p:nvPr>
        </p:nvSpPr>
        <p:spPr>
          <a:xfrm>
            <a:off x="457200" y="216000"/>
            <a:ext cx="5532836" cy="994172"/>
          </a:xfrm>
        </p:spPr>
        <p:txBody>
          <a:bodyPr anchor="ctr">
            <a:normAutofit/>
          </a:bodyPr>
          <a:lstStyle/>
          <a:p>
            <a:r>
              <a:rPr lang="fi-FI" dirty="0" err="1"/>
              <a:t>Aim</a:t>
            </a:r>
            <a:r>
              <a:rPr lang="fi-FI" dirty="0"/>
              <a:t> for ”No </a:t>
            </a:r>
            <a:r>
              <a:rPr lang="fi-FI" dirty="0" err="1"/>
              <a:t>Exclucions</a:t>
            </a:r>
            <a:r>
              <a:rPr lang="fi-FI" dirty="0"/>
              <a:t>”</a:t>
            </a:r>
          </a:p>
        </p:txBody>
      </p:sp>
      <p:sp>
        <p:nvSpPr>
          <p:cNvPr id="5" name="Content Placeholder 4">
            <a:extLst>
              <a:ext uri="{FF2B5EF4-FFF2-40B4-BE49-F238E27FC236}">
                <a16:creationId xmlns:a16="http://schemas.microsoft.com/office/drawing/2014/main" id="{CED2FF82-A695-6F34-6B84-ECDFA336B4CA}"/>
              </a:ext>
            </a:extLst>
          </p:cNvPr>
          <p:cNvSpPr>
            <a:spLocks noGrp="1"/>
          </p:cNvSpPr>
          <p:nvPr>
            <p:ph idx="1"/>
          </p:nvPr>
        </p:nvSpPr>
        <p:spPr>
          <a:xfrm>
            <a:off x="457201" y="1224000"/>
            <a:ext cx="5532835" cy="3263504"/>
          </a:xfrm>
        </p:spPr>
        <p:txBody>
          <a:bodyPr>
            <a:normAutofit/>
          </a:bodyPr>
          <a:lstStyle/>
          <a:p>
            <a:pPr>
              <a:lnSpc>
                <a:spcPct val="90000"/>
              </a:lnSpc>
            </a:pPr>
            <a:r>
              <a:rPr lang="fi-FI" sz="1900" dirty="0"/>
              <a:t>Plan CAP </a:t>
            </a:r>
            <a:r>
              <a:rPr lang="fi-FI" sz="1900" dirty="0" err="1"/>
              <a:t>targeting</a:t>
            </a:r>
            <a:r>
              <a:rPr lang="fi-FI" sz="1900" dirty="0"/>
              <a:t> to </a:t>
            </a:r>
            <a:r>
              <a:rPr lang="fi-FI" sz="1900" dirty="0" err="1"/>
              <a:t>minimize</a:t>
            </a:r>
            <a:r>
              <a:rPr lang="fi-FI" sz="1900" dirty="0"/>
              <a:t> </a:t>
            </a:r>
            <a:r>
              <a:rPr lang="fi-FI" sz="1900" dirty="0" err="1"/>
              <a:t>need</a:t>
            </a:r>
            <a:r>
              <a:rPr lang="fi-FI" sz="1900" dirty="0"/>
              <a:t> for </a:t>
            </a:r>
            <a:r>
              <a:rPr lang="fi-FI" sz="1900" dirty="0" err="1"/>
              <a:t>exclusions</a:t>
            </a:r>
            <a:endParaRPr lang="fi-FI" sz="1900" dirty="0"/>
          </a:p>
          <a:p>
            <a:pPr>
              <a:lnSpc>
                <a:spcPct val="90000"/>
              </a:lnSpc>
            </a:pPr>
            <a:r>
              <a:rPr lang="fi-FI" sz="1900" dirty="0" err="1"/>
              <a:t>Internal</a:t>
            </a:r>
            <a:r>
              <a:rPr lang="fi-FI" sz="1900" dirty="0"/>
              <a:t>, </a:t>
            </a:r>
            <a:r>
              <a:rPr lang="fi-FI" sz="1900" dirty="0" err="1"/>
              <a:t>External</a:t>
            </a:r>
            <a:r>
              <a:rPr lang="fi-FI" sz="1900" dirty="0"/>
              <a:t>, </a:t>
            </a:r>
            <a:r>
              <a:rPr lang="fi-FI" sz="1900" dirty="0" err="1"/>
              <a:t>Guest</a:t>
            </a:r>
            <a:r>
              <a:rPr lang="fi-FI" sz="1900" dirty="0"/>
              <a:t>, </a:t>
            </a:r>
            <a:r>
              <a:rPr lang="fi-FI" sz="1900" dirty="0" err="1"/>
              <a:t>Admin</a:t>
            </a:r>
            <a:r>
              <a:rPr lang="fi-FI" sz="1900" dirty="0"/>
              <a:t>, </a:t>
            </a:r>
            <a:r>
              <a:rPr lang="fi-FI" sz="1900" dirty="0" err="1"/>
              <a:t>Shared</a:t>
            </a:r>
            <a:r>
              <a:rPr lang="fi-FI" sz="1900" dirty="0"/>
              <a:t> </a:t>
            </a:r>
            <a:r>
              <a:rPr lang="fi-FI" sz="1900" dirty="0" err="1"/>
              <a:t>personas</a:t>
            </a:r>
            <a:r>
              <a:rPr lang="fi-FI" sz="1900" dirty="0"/>
              <a:t> </a:t>
            </a:r>
            <a:r>
              <a:rPr lang="fi-FI" sz="1900" dirty="0" err="1"/>
              <a:t>should</a:t>
            </a:r>
            <a:r>
              <a:rPr lang="fi-FI" sz="1900" dirty="0"/>
              <a:t> </a:t>
            </a:r>
            <a:r>
              <a:rPr lang="fi-FI" sz="1900" dirty="0" err="1"/>
              <a:t>need</a:t>
            </a:r>
            <a:r>
              <a:rPr lang="fi-FI" sz="1900" dirty="0"/>
              <a:t> no </a:t>
            </a:r>
            <a:r>
              <a:rPr lang="fi-FI" sz="1900" dirty="0" err="1"/>
              <a:t>exclusions</a:t>
            </a:r>
            <a:r>
              <a:rPr lang="fi-FI" sz="1900" dirty="0"/>
              <a:t> to </a:t>
            </a:r>
            <a:r>
              <a:rPr lang="fi-FI" sz="1900" dirty="0" err="1"/>
              <a:t>policies</a:t>
            </a:r>
            <a:endParaRPr lang="fi-FI" sz="1900" dirty="0"/>
          </a:p>
          <a:p>
            <a:pPr>
              <a:lnSpc>
                <a:spcPct val="90000"/>
              </a:lnSpc>
            </a:pPr>
            <a:r>
              <a:rPr lang="fi-FI" sz="1900" dirty="0"/>
              <a:t>Service </a:t>
            </a:r>
            <a:r>
              <a:rPr lang="fi-FI" sz="1900" dirty="0" err="1"/>
              <a:t>accounts</a:t>
            </a:r>
            <a:r>
              <a:rPr lang="fi-FI" sz="1900" dirty="0"/>
              <a:t> </a:t>
            </a:r>
            <a:r>
              <a:rPr lang="fi-FI" sz="1900" dirty="0" err="1"/>
              <a:t>may</a:t>
            </a:r>
            <a:r>
              <a:rPr lang="fi-FI" sz="1900" dirty="0"/>
              <a:t> </a:t>
            </a:r>
            <a:r>
              <a:rPr lang="fi-FI" sz="1900" dirty="0" err="1"/>
              <a:t>need</a:t>
            </a:r>
            <a:r>
              <a:rPr lang="fi-FI" sz="1900" dirty="0"/>
              <a:t> to </a:t>
            </a:r>
            <a:r>
              <a:rPr lang="fi-FI" sz="1900" dirty="0" err="1"/>
              <a:t>be</a:t>
            </a:r>
            <a:r>
              <a:rPr lang="fi-FI" sz="1900" dirty="0"/>
              <a:t> </a:t>
            </a:r>
            <a:r>
              <a:rPr lang="fi-FI" sz="1900" dirty="0" err="1"/>
              <a:t>excluded</a:t>
            </a:r>
            <a:r>
              <a:rPr lang="fi-FI" sz="1900" dirty="0"/>
              <a:t> </a:t>
            </a:r>
            <a:r>
              <a:rPr lang="fi-FI" sz="1900" dirty="0" err="1"/>
              <a:t>from</a:t>
            </a:r>
            <a:r>
              <a:rPr lang="fi-FI" sz="1900" dirty="0"/>
              <a:t> </a:t>
            </a:r>
            <a:r>
              <a:rPr lang="fi-FI" sz="1900" dirty="0" err="1"/>
              <a:t>their</a:t>
            </a:r>
            <a:r>
              <a:rPr lang="fi-FI" sz="1900" dirty="0"/>
              <a:t> CAP </a:t>
            </a:r>
            <a:r>
              <a:rPr lang="fi-FI" sz="1900" dirty="0" err="1"/>
              <a:t>policy</a:t>
            </a:r>
            <a:r>
              <a:rPr lang="fi-FI" sz="1900" dirty="0"/>
              <a:t> </a:t>
            </a:r>
            <a:r>
              <a:rPr lang="fi-FI" sz="1900" dirty="0" err="1"/>
              <a:t>when</a:t>
            </a:r>
            <a:endParaRPr lang="fi-FI" sz="1900" dirty="0"/>
          </a:p>
          <a:p>
            <a:pPr lvl="1">
              <a:lnSpc>
                <a:spcPct val="90000"/>
              </a:lnSpc>
            </a:pPr>
            <a:r>
              <a:rPr lang="fi-FI" dirty="0" err="1"/>
              <a:t>Signing</a:t>
            </a:r>
            <a:r>
              <a:rPr lang="fi-FI" dirty="0"/>
              <a:t>-in </a:t>
            </a:r>
            <a:r>
              <a:rPr lang="fi-FI" dirty="0" err="1"/>
              <a:t>from</a:t>
            </a:r>
            <a:r>
              <a:rPr lang="fi-FI" dirty="0"/>
              <a:t> </a:t>
            </a:r>
            <a:r>
              <a:rPr lang="fi-FI" dirty="0" err="1"/>
              <a:t>untrusted</a:t>
            </a:r>
            <a:r>
              <a:rPr lang="fi-FI" dirty="0"/>
              <a:t> </a:t>
            </a:r>
            <a:r>
              <a:rPr lang="fi-FI" dirty="0" err="1"/>
              <a:t>network</a:t>
            </a:r>
            <a:r>
              <a:rPr lang="fi-FI" dirty="0"/>
              <a:t> AND</a:t>
            </a:r>
          </a:p>
          <a:p>
            <a:pPr lvl="1">
              <a:lnSpc>
                <a:spcPct val="90000"/>
              </a:lnSpc>
            </a:pPr>
            <a:r>
              <a:rPr lang="fi-FI" dirty="0" err="1"/>
              <a:t>Signing</a:t>
            </a:r>
            <a:r>
              <a:rPr lang="fi-FI" dirty="0"/>
              <a:t>-in </a:t>
            </a:r>
            <a:r>
              <a:rPr lang="fi-FI" dirty="0" err="1"/>
              <a:t>with</a:t>
            </a:r>
            <a:r>
              <a:rPr lang="fi-FI" dirty="0"/>
              <a:t> non-</a:t>
            </a:r>
            <a:r>
              <a:rPr lang="fi-FI" dirty="0" err="1"/>
              <a:t>compliant</a:t>
            </a:r>
            <a:r>
              <a:rPr lang="fi-FI" dirty="0"/>
              <a:t> </a:t>
            </a:r>
            <a:r>
              <a:rPr lang="fi-FI" dirty="0" err="1"/>
              <a:t>device</a:t>
            </a:r>
            <a:endParaRPr lang="fi-FI" dirty="0"/>
          </a:p>
          <a:p>
            <a:pPr>
              <a:lnSpc>
                <a:spcPct val="90000"/>
              </a:lnSpc>
            </a:pPr>
            <a:r>
              <a:rPr lang="fi-FI" sz="1900" dirty="0" err="1"/>
              <a:t>Monitor</a:t>
            </a:r>
            <a:r>
              <a:rPr lang="fi-FI" sz="1900" dirty="0"/>
              <a:t> </a:t>
            </a:r>
            <a:r>
              <a:rPr lang="fi-FI" sz="1900" dirty="0" err="1"/>
              <a:t>excluded</a:t>
            </a:r>
            <a:r>
              <a:rPr lang="fi-FI" sz="1900" dirty="0"/>
              <a:t> </a:t>
            </a:r>
            <a:r>
              <a:rPr lang="fi-FI" sz="1900" dirty="0" err="1"/>
              <a:t>accounts</a:t>
            </a:r>
            <a:r>
              <a:rPr lang="fi-FI" sz="1900" dirty="0"/>
              <a:t> extra </a:t>
            </a:r>
            <a:r>
              <a:rPr lang="fi-FI" sz="1900" dirty="0" err="1"/>
              <a:t>carefully</a:t>
            </a:r>
            <a:r>
              <a:rPr lang="fi-FI" sz="1900" dirty="0"/>
              <a:t> and </a:t>
            </a:r>
            <a:r>
              <a:rPr lang="fi-FI" sz="1900" dirty="0" err="1"/>
              <a:t>do</a:t>
            </a:r>
            <a:r>
              <a:rPr lang="fi-FI" sz="1900" dirty="0"/>
              <a:t> </a:t>
            </a:r>
            <a:r>
              <a:rPr lang="fi-FI" sz="1900" dirty="0" err="1"/>
              <a:t>not</a:t>
            </a:r>
            <a:r>
              <a:rPr lang="fi-FI" sz="1900" dirty="0"/>
              <a:t> </a:t>
            </a:r>
            <a:r>
              <a:rPr lang="fi-FI" sz="1900" dirty="0" err="1"/>
              <a:t>add</a:t>
            </a:r>
            <a:r>
              <a:rPr lang="fi-FI" sz="1900" dirty="0"/>
              <a:t> </a:t>
            </a:r>
            <a:r>
              <a:rPr lang="fi-FI" sz="1900" dirty="0" err="1"/>
              <a:t>accounts</a:t>
            </a:r>
            <a:r>
              <a:rPr lang="fi-FI" sz="1900" dirty="0"/>
              <a:t> to </a:t>
            </a:r>
            <a:r>
              <a:rPr lang="fi-FI" sz="1900" dirty="0" err="1"/>
              <a:t>exclude</a:t>
            </a:r>
            <a:r>
              <a:rPr lang="fi-FI" sz="1900" dirty="0"/>
              <a:t> </a:t>
            </a:r>
            <a:r>
              <a:rPr lang="fi-FI" sz="1900" dirty="0" err="1"/>
              <a:t>group</a:t>
            </a:r>
            <a:r>
              <a:rPr lang="fi-FI" sz="1900" dirty="0"/>
              <a:t> on </a:t>
            </a:r>
            <a:r>
              <a:rPr lang="fi-FI" sz="1900" dirty="0" err="1"/>
              <a:t>light</a:t>
            </a:r>
            <a:r>
              <a:rPr lang="fi-FI" sz="1900" dirty="0"/>
              <a:t> </a:t>
            </a:r>
            <a:r>
              <a:rPr lang="fi-FI" sz="1900" dirty="0" err="1"/>
              <a:t>basis</a:t>
            </a:r>
            <a:r>
              <a:rPr lang="fi-FI" sz="1900" dirty="0"/>
              <a:t>.</a:t>
            </a:r>
          </a:p>
          <a:p>
            <a:pPr lvl="1">
              <a:lnSpc>
                <a:spcPct val="90000"/>
              </a:lnSpc>
            </a:pPr>
            <a:endParaRPr lang="fi-FI" sz="1900" dirty="0"/>
          </a:p>
          <a:p>
            <a:pPr lvl="1">
              <a:lnSpc>
                <a:spcPct val="90000"/>
              </a:lnSpc>
            </a:pPr>
            <a:endParaRPr lang="fi-FI" sz="1900" dirty="0"/>
          </a:p>
          <a:p>
            <a:pPr>
              <a:lnSpc>
                <a:spcPct val="90000"/>
              </a:lnSpc>
            </a:pPr>
            <a:endParaRPr lang="fi-FI" sz="1900" dirty="0"/>
          </a:p>
        </p:txBody>
      </p:sp>
      <p:sp>
        <p:nvSpPr>
          <p:cNvPr id="4" name="Slide Number Placeholder 3" hidden="1">
            <a:extLst>
              <a:ext uri="{FF2B5EF4-FFF2-40B4-BE49-F238E27FC236}">
                <a16:creationId xmlns:a16="http://schemas.microsoft.com/office/drawing/2014/main" id="{93B35A20-5CD3-15CF-417F-C6882DFA7A89}"/>
              </a:ext>
            </a:extLst>
          </p:cNvPr>
          <p:cNvSpPr>
            <a:spLocks noGrp="1"/>
          </p:cNvSpPr>
          <p:nvPr>
            <p:ph type="sldNum" sz="quarter" idx="4"/>
          </p:nvPr>
        </p:nvSpPr>
        <p:spPr/>
        <p:txBody>
          <a:bodyPr/>
          <a:lstStyle/>
          <a:p>
            <a:pPr>
              <a:spcAft>
                <a:spcPts val="600"/>
              </a:spcAft>
            </a:pPr>
            <a:fld id="{ABDD62AB-4532-4F49-AC82-62CE9ED7FFA2}" type="slidenum">
              <a:rPr lang="fi-FI" smtClean="0"/>
              <a:pPr>
                <a:spcAft>
                  <a:spcPts val="600"/>
                </a:spcAft>
              </a:pPr>
              <a:t>8</a:t>
            </a:fld>
            <a:endParaRPr lang="fi-FI"/>
          </a:p>
        </p:txBody>
      </p:sp>
    </p:spTree>
    <p:extLst>
      <p:ext uri="{BB962C8B-B14F-4D97-AF65-F5344CB8AC3E}">
        <p14:creationId xmlns:p14="http://schemas.microsoft.com/office/powerpoint/2010/main" val="1477634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Importance</a:t>
            </a:r>
            <a:r>
              <a:rPr lang="fi-FI" dirty="0"/>
              <a:t> of </a:t>
            </a:r>
            <a:r>
              <a:rPr lang="fi-FI" dirty="0" err="1"/>
              <a:t>Guest</a:t>
            </a:r>
            <a:r>
              <a:rPr lang="fi-FI" dirty="0"/>
              <a:t> MFA</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normAutofit/>
          </a:bodyPr>
          <a:lstStyle/>
          <a:p>
            <a:pPr marL="0" indent="0">
              <a:buNone/>
            </a:pPr>
            <a:r>
              <a:rPr lang="fi-FI" dirty="0"/>
              <a:t>Challenge</a:t>
            </a:r>
          </a:p>
          <a:p>
            <a:r>
              <a:rPr lang="fi-FI" dirty="0" err="1"/>
              <a:t>When</a:t>
            </a:r>
            <a:r>
              <a:rPr lang="fi-FI" dirty="0"/>
              <a:t> </a:t>
            </a:r>
            <a:r>
              <a:rPr lang="fi-FI" dirty="0" err="1"/>
              <a:t>attacker</a:t>
            </a:r>
            <a:r>
              <a:rPr lang="fi-FI" dirty="0"/>
              <a:t> </a:t>
            </a:r>
            <a:r>
              <a:rPr lang="fi-FI" dirty="0" err="1"/>
              <a:t>gets</a:t>
            </a:r>
            <a:r>
              <a:rPr lang="fi-FI" dirty="0"/>
              <a:t> </a:t>
            </a:r>
            <a:r>
              <a:rPr lang="fi-FI" dirty="0" err="1"/>
              <a:t>hold</a:t>
            </a:r>
            <a:r>
              <a:rPr lang="fi-FI" dirty="0"/>
              <a:t> of </a:t>
            </a:r>
            <a:r>
              <a:rPr lang="fi-FI" dirty="0" err="1"/>
              <a:t>user</a:t>
            </a:r>
            <a:r>
              <a:rPr lang="fi-FI" dirty="0"/>
              <a:t> </a:t>
            </a:r>
            <a:r>
              <a:rPr lang="fi-FI" dirty="0" err="1"/>
              <a:t>credentials</a:t>
            </a:r>
            <a:r>
              <a:rPr lang="fi-FI" dirty="0"/>
              <a:t> </a:t>
            </a:r>
            <a:r>
              <a:rPr lang="fi-FI" dirty="0" err="1"/>
              <a:t>they</a:t>
            </a:r>
            <a:r>
              <a:rPr lang="fi-FI" dirty="0"/>
              <a:t> </a:t>
            </a:r>
            <a:r>
              <a:rPr lang="fi-FI" dirty="0" err="1"/>
              <a:t>can</a:t>
            </a:r>
            <a:r>
              <a:rPr lang="fi-FI" dirty="0"/>
              <a:t> </a:t>
            </a:r>
            <a:r>
              <a:rPr lang="fi-FI" dirty="0" err="1"/>
              <a:t>fairly</a:t>
            </a:r>
            <a:r>
              <a:rPr lang="fi-FI" dirty="0"/>
              <a:t> </a:t>
            </a:r>
            <a:r>
              <a:rPr lang="fi-FI" dirty="0" err="1"/>
              <a:t>easily</a:t>
            </a:r>
            <a:r>
              <a:rPr lang="fi-FI" dirty="0"/>
              <a:t> </a:t>
            </a:r>
            <a:r>
              <a:rPr lang="fi-FI" dirty="0" err="1"/>
              <a:t>see</a:t>
            </a:r>
            <a:r>
              <a:rPr lang="fi-FI" dirty="0"/>
              <a:t> </a:t>
            </a:r>
            <a:r>
              <a:rPr lang="fi-FI" dirty="0" err="1"/>
              <a:t>what</a:t>
            </a:r>
            <a:r>
              <a:rPr lang="fi-FI" dirty="0"/>
              <a:t> </a:t>
            </a:r>
            <a:r>
              <a:rPr lang="fi-FI" dirty="0" err="1"/>
              <a:t>are</a:t>
            </a:r>
            <a:r>
              <a:rPr lang="fi-FI" dirty="0"/>
              <a:t> </a:t>
            </a:r>
            <a:r>
              <a:rPr lang="fi-FI" dirty="0" err="1"/>
              <a:t>the</a:t>
            </a:r>
            <a:r>
              <a:rPr lang="fi-FI" dirty="0"/>
              <a:t> </a:t>
            </a:r>
            <a:r>
              <a:rPr lang="fi-FI" dirty="0" err="1"/>
              <a:t>guest</a:t>
            </a:r>
            <a:r>
              <a:rPr lang="fi-FI" dirty="0"/>
              <a:t> </a:t>
            </a:r>
            <a:r>
              <a:rPr lang="fi-FI" dirty="0" err="1"/>
              <a:t>tenants</a:t>
            </a:r>
            <a:r>
              <a:rPr lang="fi-FI" dirty="0"/>
              <a:t> for </a:t>
            </a:r>
            <a:r>
              <a:rPr lang="fi-FI" dirty="0" err="1"/>
              <a:t>that</a:t>
            </a:r>
            <a:r>
              <a:rPr lang="fi-FI" dirty="0"/>
              <a:t> </a:t>
            </a:r>
            <a:r>
              <a:rPr lang="fi-FI" dirty="0" err="1"/>
              <a:t>user</a:t>
            </a:r>
            <a:endParaRPr lang="fi-FI" dirty="0"/>
          </a:p>
          <a:p>
            <a:r>
              <a:rPr lang="fi-FI" dirty="0" err="1"/>
              <a:t>They</a:t>
            </a:r>
            <a:r>
              <a:rPr lang="fi-FI" dirty="0"/>
              <a:t> </a:t>
            </a:r>
            <a:r>
              <a:rPr lang="fi-FI" dirty="0" err="1"/>
              <a:t>can</a:t>
            </a:r>
            <a:r>
              <a:rPr lang="fi-FI" dirty="0"/>
              <a:t> </a:t>
            </a:r>
            <a:r>
              <a:rPr lang="fi-FI" dirty="0" err="1"/>
              <a:t>login</a:t>
            </a:r>
            <a:r>
              <a:rPr lang="fi-FI" dirty="0"/>
              <a:t> as </a:t>
            </a:r>
            <a:r>
              <a:rPr lang="fi-FI" dirty="0" err="1"/>
              <a:t>guest</a:t>
            </a:r>
            <a:r>
              <a:rPr lang="fi-FI" dirty="0"/>
              <a:t> </a:t>
            </a:r>
            <a:r>
              <a:rPr lang="fi-FI" dirty="0" err="1"/>
              <a:t>without</a:t>
            </a:r>
            <a:r>
              <a:rPr lang="fi-FI" dirty="0"/>
              <a:t> MFA </a:t>
            </a:r>
            <a:r>
              <a:rPr lang="fi-FI" dirty="0" err="1"/>
              <a:t>if</a:t>
            </a:r>
            <a:r>
              <a:rPr lang="fi-FI" dirty="0"/>
              <a:t> </a:t>
            </a:r>
            <a:r>
              <a:rPr lang="fi-FI" dirty="0" err="1"/>
              <a:t>guest</a:t>
            </a:r>
            <a:r>
              <a:rPr lang="fi-FI" dirty="0"/>
              <a:t> </a:t>
            </a:r>
            <a:r>
              <a:rPr lang="fi-FI" dirty="0" err="1"/>
              <a:t>tenant</a:t>
            </a:r>
            <a:r>
              <a:rPr lang="fi-FI" dirty="0"/>
              <a:t> </a:t>
            </a:r>
            <a:r>
              <a:rPr lang="fi-FI" dirty="0" err="1"/>
              <a:t>does</a:t>
            </a:r>
            <a:r>
              <a:rPr lang="fi-FI" dirty="0"/>
              <a:t> </a:t>
            </a:r>
            <a:r>
              <a:rPr lang="fi-FI" dirty="0" err="1"/>
              <a:t>not</a:t>
            </a:r>
            <a:r>
              <a:rPr lang="fi-FI" dirty="0"/>
              <a:t> </a:t>
            </a:r>
            <a:r>
              <a:rPr lang="fi-FI" dirty="0" err="1"/>
              <a:t>require</a:t>
            </a:r>
            <a:r>
              <a:rPr lang="fi-FI" dirty="0"/>
              <a:t> MFA for </a:t>
            </a:r>
            <a:r>
              <a:rPr lang="fi-FI" dirty="0" err="1"/>
              <a:t>Guests</a:t>
            </a:r>
            <a:endParaRPr lang="fi-FI" dirty="0"/>
          </a:p>
          <a:p>
            <a:pPr marL="0" indent="0">
              <a:buNone/>
            </a:pP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r>
              <a:rPr lang="fi-FI" dirty="0" err="1"/>
              <a:t>Always</a:t>
            </a:r>
            <a:r>
              <a:rPr lang="fi-FI" dirty="0"/>
              <a:t> </a:t>
            </a:r>
            <a:r>
              <a:rPr lang="fi-FI" dirty="0" err="1"/>
              <a:t>require</a:t>
            </a:r>
            <a:r>
              <a:rPr lang="fi-FI" dirty="0"/>
              <a:t> MFA </a:t>
            </a:r>
            <a:r>
              <a:rPr lang="fi-FI" dirty="0" err="1"/>
              <a:t>from</a:t>
            </a:r>
            <a:r>
              <a:rPr lang="fi-FI" dirty="0"/>
              <a:t> </a:t>
            </a:r>
            <a:r>
              <a:rPr lang="fi-FI" dirty="0" err="1"/>
              <a:t>Guest</a:t>
            </a:r>
            <a:r>
              <a:rPr lang="fi-FI" dirty="0"/>
              <a:t> </a:t>
            </a:r>
            <a:r>
              <a:rPr lang="fi-FI" dirty="0" err="1"/>
              <a:t>users</a:t>
            </a:r>
            <a:r>
              <a:rPr lang="fi-FI" dirty="0"/>
              <a:t>.</a:t>
            </a:r>
            <a:endParaRPr lang="en-FI" dirty="0"/>
          </a:p>
        </p:txBody>
      </p:sp>
      <p:sp>
        <p:nvSpPr>
          <p:cNvPr id="6" name="TextBox 5">
            <a:extLst>
              <a:ext uri="{FF2B5EF4-FFF2-40B4-BE49-F238E27FC236}">
                <a16:creationId xmlns:a16="http://schemas.microsoft.com/office/drawing/2014/main" id="{F9CC8CB2-41B6-0221-9665-B65BDD358DD1}"/>
              </a:ext>
            </a:extLst>
          </p:cNvPr>
          <p:cNvSpPr txBox="1"/>
          <p:nvPr/>
        </p:nvSpPr>
        <p:spPr>
          <a:xfrm>
            <a:off x="762000" y="4448497"/>
            <a:ext cx="8382000" cy="338554"/>
          </a:xfrm>
          <a:prstGeom prst="rect">
            <a:avLst/>
          </a:prstGeom>
          <a:noFill/>
        </p:spPr>
        <p:txBody>
          <a:bodyPr wrap="square">
            <a:spAutoFit/>
          </a:bodyPr>
          <a:lstStyle/>
          <a:p>
            <a:r>
              <a:rPr lang="fi-FI" sz="1600" dirty="0"/>
              <a:t>More info (</a:t>
            </a:r>
            <a:r>
              <a:rPr lang="fi-FI" sz="1600" dirty="0" err="1"/>
              <a:t>shout</a:t>
            </a:r>
            <a:r>
              <a:rPr lang="fi-FI" sz="1600" dirty="0"/>
              <a:t> out to Nestori Syynimaa): https://aadinternals.com/post/ests/</a:t>
            </a:r>
          </a:p>
        </p:txBody>
      </p:sp>
    </p:spTree>
    <p:extLst>
      <p:ext uri="{BB962C8B-B14F-4D97-AF65-F5344CB8AC3E}">
        <p14:creationId xmlns:p14="http://schemas.microsoft.com/office/powerpoint/2010/main" val="567565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6822-30CF-62CC-ADB8-4BA51068F2E1}"/>
              </a:ext>
            </a:extLst>
          </p:cNvPr>
          <p:cNvSpPr>
            <a:spLocks noGrp="1"/>
          </p:cNvSpPr>
          <p:nvPr>
            <p:ph type="title"/>
          </p:nvPr>
        </p:nvSpPr>
        <p:spPr>
          <a:xfrm>
            <a:off x="457200" y="216000"/>
            <a:ext cx="8229600" cy="994172"/>
          </a:xfrm>
        </p:spPr>
        <p:txBody>
          <a:bodyPr anchor="ctr">
            <a:normAutofit/>
          </a:bodyPr>
          <a:lstStyle/>
          <a:p>
            <a:r>
              <a:rPr lang="fi-FI" dirty="0"/>
              <a:t>Gotta </a:t>
            </a:r>
            <a:r>
              <a:rPr lang="fi-FI" dirty="0" err="1"/>
              <a:t>catch</a:t>
            </a:r>
            <a:r>
              <a:rPr lang="fi-FI" dirty="0"/>
              <a:t> </a:t>
            </a:r>
            <a:r>
              <a:rPr lang="fi-FI" dirty="0" err="1"/>
              <a:t>em</a:t>
            </a:r>
            <a:r>
              <a:rPr lang="fi-FI" dirty="0"/>
              <a:t> </a:t>
            </a:r>
            <a:r>
              <a:rPr lang="fi-FI" dirty="0" err="1"/>
              <a:t>all</a:t>
            </a:r>
            <a:endParaRPr lang="fi-FI" dirty="0"/>
          </a:p>
        </p:txBody>
      </p:sp>
      <p:graphicFrame>
        <p:nvGraphicFramePr>
          <p:cNvPr id="7" name="Content Placeholder 2">
            <a:extLst>
              <a:ext uri="{FF2B5EF4-FFF2-40B4-BE49-F238E27FC236}">
                <a16:creationId xmlns:a16="http://schemas.microsoft.com/office/drawing/2014/main" id="{E39B6CA7-3139-D2E7-593B-C4216DCBE197}"/>
              </a:ext>
            </a:extLst>
          </p:cNvPr>
          <p:cNvGraphicFramePr>
            <a:graphicFrameLocks noGrp="1"/>
          </p:cNvGraphicFramePr>
          <p:nvPr>
            <p:ph idx="1"/>
            <p:extLst>
              <p:ext uri="{D42A27DB-BD31-4B8C-83A1-F6EECF244321}">
                <p14:modId xmlns:p14="http://schemas.microsoft.com/office/powerpoint/2010/main" val="3729208250"/>
              </p:ext>
            </p:extLst>
          </p:nvPr>
        </p:nvGraphicFramePr>
        <p:xfrm>
          <a:off x="457200" y="1224000"/>
          <a:ext cx="82296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1610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A snow capped mountain peak and a chart represent the peak of stock market prices.">
            <a:extLst>
              <a:ext uri="{FF2B5EF4-FFF2-40B4-BE49-F238E27FC236}">
                <a16:creationId xmlns:a16="http://schemas.microsoft.com/office/drawing/2014/main" id="{6E64F515-118B-8556-2170-7D4A66C983F2}"/>
              </a:ext>
            </a:extLst>
          </p:cNvPr>
          <p:cNvPicPr>
            <a:picLocks noGrp="1" noChangeAspect="1"/>
          </p:cNvPicPr>
          <p:nvPr>
            <p:ph type="pic" sz="quarter" idx="10"/>
          </p:nvPr>
        </p:nvPicPr>
        <p:blipFill>
          <a:blip r:embed="rId2"/>
          <a:srcRect l="29632" r="29632"/>
          <a:stretch/>
        </p:blipFill>
        <p:spPr/>
      </p:pic>
      <p:sp>
        <p:nvSpPr>
          <p:cNvPr id="2" name="Title 1">
            <a:extLst>
              <a:ext uri="{FF2B5EF4-FFF2-40B4-BE49-F238E27FC236}">
                <a16:creationId xmlns:a16="http://schemas.microsoft.com/office/drawing/2014/main" id="{7CEA5DA5-5354-31DA-4423-CD8E355BC77A}"/>
              </a:ext>
            </a:extLst>
          </p:cNvPr>
          <p:cNvSpPr>
            <a:spLocks noGrp="1"/>
          </p:cNvSpPr>
          <p:nvPr>
            <p:ph type="title"/>
          </p:nvPr>
        </p:nvSpPr>
        <p:spPr>
          <a:xfrm>
            <a:off x="457200" y="216000"/>
            <a:ext cx="5532836" cy="994172"/>
          </a:xfrm>
        </p:spPr>
        <p:txBody>
          <a:bodyPr anchor="ctr">
            <a:normAutofit/>
          </a:bodyPr>
          <a:lstStyle/>
          <a:p>
            <a:r>
              <a:rPr lang="fi-FI" dirty="0"/>
              <a:t>Well </a:t>
            </a:r>
            <a:r>
              <a:rPr lang="fi-FI" dirty="0" err="1"/>
              <a:t>planned</a:t>
            </a:r>
            <a:r>
              <a:rPr lang="fi-FI" dirty="0"/>
              <a:t> is </a:t>
            </a:r>
            <a:r>
              <a:rPr lang="fi-FI" dirty="0" err="1"/>
              <a:t>half</a:t>
            </a:r>
            <a:r>
              <a:rPr lang="fi-FI" dirty="0"/>
              <a:t> </a:t>
            </a:r>
            <a:r>
              <a:rPr lang="fi-FI" dirty="0" err="1"/>
              <a:t>done</a:t>
            </a:r>
            <a:endParaRPr lang="fi-FI" dirty="0"/>
          </a:p>
        </p:txBody>
      </p:sp>
      <p:graphicFrame>
        <p:nvGraphicFramePr>
          <p:cNvPr id="5" name="Content Placeholder 2">
            <a:extLst>
              <a:ext uri="{FF2B5EF4-FFF2-40B4-BE49-F238E27FC236}">
                <a16:creationId xmlns:a16="http://schemas.microsoft.com/office/drawing/2014/main" id="{CE9D373B-88F6-4D54-4FDB-961FA894E6DA}"/>
              </a:ext>
            </a:extLst>
          </p:cNvPr>
          <p:cNvGraphicFramePr>
            <a:graphicFrameLocks noGrp="1"/>
          </p:cNvGraphicFramePr>
          <p:nvPr>
            <p:ph idx="1"/>
            <p:extLst>
              <p:ext uri="{D42A27DB-BD31-4B8C-83A1-F6EECF244321}">
                <p14:modId xmlns:p14="http://schemas.microsoft.com/office/powerpoint/2010/main" val="4182153132"/>
              </p:ext>
            </p:extLst>
          </p:nvPr>
        </p:nvGraphicFramePr>
        <p:xfrm>
          <a:off x="457201" y="1224000"/>
          <a:ext cx="5532835" cy="326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8677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a:t>Non-</a:t>
            </a:r>
            <a:r>
              <a:rPr lang="fi-FI" dirty="0" err="1"/>
              <a:t>interactive</a:t>
            </a:r>
            <a:r>
              <a:rPr lang="fi-FI" dirty="0"/>
              <a:t> </a:t>
            </a:r>
            <a:r>
              <a:rPr lang="fi-FI" dirty="0" err="1"/>
              <a:t>Sign-ins</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r>
              <a:rPr lang="fi-FI" dirty="0"/>
              <a:t>Non-</a:t>
            </a:r>
            <a:r>
              <a:rPr lang="fi-FI" dirty="0" err="1"/>
              <a:t>interactive</a:t>
            </a:r>
            <a:r>
              <a:rPr lang="fi-FI" dirty="0"/>
              <a:t> </a:t>
            </a:r>
            <a:r>
              <a:rPr lang="fi-FI" dirty="0" err="1"/>
              <a:t>sign-ins</a:t>
            </a:r>
            <a:r>
              <a:rPr lang="fi-FI" dirty="0"/>
              <a:t> </a:t>
            </a:r>
            <a:r>
              <a:rPr lang="fi-FI" dirty="0" err="1"/>
              <a:t>do</a:t>
            </a:r>
            <a:r>
              <a:rPr lang="fi-FI" dirty="0"/>
              <a:t> </a:t>
            </a:r>
            <a:r>
              <a:rPr lang="fi-FI" dirty="0" err="1"/>
              <a:t>not</a:t>
            </a:r>
            <a:r>
              <a:rPr lang="fi-FI" dirty="0"/>
              <a:t> </a:t>
            </a:r>
            <a:r>
              <a:rPr lang="fi-FI" dirty="0" err="1"/>
              <a:t>register</a:t>
            </a:r>
            <a:r>
              <a:rPr lang="fi-FI" dirty="0"/>
              <a:t> in </a:t>
            </a:r>
            <a:r>
              <a:rPr lang="fi-FI" dirty="0" err="1"/>
              <a:t>Insights</a:t>
            </a:r>
            <a:r>
              <a:rPr lang="fi-FI" dirty="0"/>
              <a:t> and Reporting </a:t>
            </a:r>
            <a:r>
              <a:rPr lang="fi-FI" dirty="0" err="1"/>
              <a:t>tool</a:t>
            </a:r>
            <a:endParaRPr lang="fi-FI" dirty="0"/>
          </a:p>
          <a:p>
            <a:r>
              <a:rPr lang="fi-FI" dirty="0" err="1"/>
              <a:t>With</a:t>
            </a:r>
            <a:r>
              <a:rPr lang="fi-FI" dirty="0"/>
              <a:t> </a:t>
            </a:r>
            <a:r>
              <a:rPr lang="fi-FI" dirty="0" err="1"/>
              <a:t>new</a:t>
            </a:r>
            <a:r>
              <a:rPr lang="fi-FI" dirty="0"/>
              <a:t> Outlook and Teams </a:t>
            </a:r>
            <a:r>
              <a:rPr lang="fi-FI" dirty="0" err="1"/>
              <a:t>client</a:t>
            </a:r>
            <a:r>
              <a:rPr lang="fi-FI" dirty="0"/>
              <a:t> </a:t>
            </a:r>
            <a:r>
              <a:rPr lang="fi-FI" dirty="0" err="1"/>
              <a:t>even</a:t>
            </a:r>
            <a:r>
              <a:rPr lang="fi-FI" dirty="0"/>
              <a:t> </a:t>
            </a:r>
            <a:r>
              <a:rPr lang="fi-FI" dirty="0" err="1"/>
              <a:t>end</a:t>
            </a:r>
            <a:r>
              <a:rPr lang="fi-FI" dirty="0"/>
              <a:t> </a:t>
            </a:r>
            <a:r>
              <a:rPr lang="fi-FI" dirty="0" err="1"/>
              <a:t>user</a:t>
            </a:r>
            <a:r>
              <a:rPr lang="fi-FI" dirty="0"/>
              <a:t> </a:t>
            </a:r>
            <a:r>
              <a:rPr lang="fi-FI" dirty="0" err="1"/>
              <a:t>client</a:t>
            </a:r>
            <a:r>
              <a:rPr lang="fi-FI" dirty="0"/>
              <a:t> </a:t>
            </a:r>
            <a:r>
              <a:rPr lang="fi-FI" dirty="0" err="1"/>
              <a:t>authentication</a:t>
            </a:r>
            <a:r>
              <a:rPr lang="fi-FI" dirty="0"/>
              <a:t> is </a:t>
            </a:r>
            <a:r>
              <a:rPr lang="fi-FI" dirty="0" err="1"/>
              <a:t>now</a:t>
            </a:r>
            <a:r>
              <a:rPr lang="fi-FI" dirty="0"/>
              <a:t> non-</a:t>
            </a:r>
            <a:r>
              <a:rPr lang="fi-FI" dirty="0" err="1"/>
              <a:t>interactive</a:t>
            </a:r>
            <a:r>
              <a:rPr lang="fi-FI" dirty="0"/>
              <a:t> </a:t>
            </a:r>
            <a:r>
              <a:rPr lang="fi-FI" dirty="0" err="1"/>
              <a:t>type</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normAutofit fontScale="92500" lnSpcReduction="20000"/>
          </a:bodyPr>
          <a:lstStyle/>
          <a:p>
            <a:pPr marL="0" indent="0">
              <a:buNone/>
            </a:pPr>
            <a:r>
              <a:rPr lang="fi-FI" sz="2400" dirty="0" err="1"/>
              <a:t>Solution</a:t>
            </a:r>
            <a:endParaRPr lang="fi-FI" sz="2400" dirty="0"/>
          </a:p>
          <a:p>
            <a:r>
              <a:rPr lang="fi-FI" sz="2200" dirty="0" err="1"/>
              <a:t>Configure</a:t>
            </a:r>
            <a:r>
              <a:rPr lang="fi-FI" sz="2200" dirty="0"/>
              <a:t> </a:t>
            </a:r>
            <a:r>
              <a:rPr lang="fi-FI" sz="2200" dirty="0" err="1"/>
              <a:t>custom</a:t>
            </a:r>
            <a:r>
              <a:rPr lang="fi-FI" sz="2200" dirty="0"/>
              <a:t> </a:t>
            </a:r>
            <a:r>
              <a:rPr lang="fi-FI" sz="2200" dirty="0" err="1"/>
              <a:t>workbook</a:t>
            </a:r>
            <a:r>
              <a:rPr lang="fi-FI" sz="2200" dirty="0"/>
              <a:t> in </a:t>
            </a:r>
            <a:r>
              <a:rPr lang="fi-FI" sz="2200" dirty="0" err="1"/>
              <a:t>Entra</a:t>
            </a:r>
            <a:r>
              <a:rPr lang="fi-FI" sz="2200" dirty="0"/>
              <a:t> </a:t>
            </a:r>
            <a:r>
              <a:rPr lang="fi-FI" sz="2200" dirty="0" err="1"/>
              <a:t>or</a:t>
            </a:r>
            <a:r>
              <a:rPr lang="fi-FI" sz="2200" dirty="0"/>
              <a:t> </a:t>
            </a:r>
            <a:r>
              <a:rPr lang="fi-FI" sz="2200" dirty="0" err="1"/>
              <a:t>Log</a:t>
            </a:r>
            <a:r>
              <a:rPr lang="fi-FI" sz="2200" dirty="0"/>
              <a:t> </a:t>
            </a:r>
            <a:r>
              <a:rPr lang="fi-FI" sz="2200" dirty="0" err="1"/>
              <a:t>analytics</a:t>
            </a:r>
            <a:r>
              <a:rPr lang="fi-FI" sz="2200" dirty="0"/>
              <a:t> to </a:t>
            </a:r>
            <a:r>
              <a:rPr lang="fi-FI" sz="2200" dirty="0" err="1"/>
              <a:t>evaluate</a:t>
            </a:r>
            <a:r>
              <a:rPr lang="fi-FI" sz="2200" dirty="0"/>
              <a:t> </a:t>
            </a:r>
            <a:r>
              <a:rPr lang="fi-FI" sz="2200" dirty="0" err="1"/>
              <a:t>policy</a:t>
            </a:r>
            <a:r>
              <a:rPr lang="fi-FI" sz="2200" dirty="0"/>
              <a:t> </a:t>
            </a:r>
            <a:r>
              <a:rPr lang="fi-FI" sz="2200" dirty="0" err="1"/>
              <a:t>effect</a:t>
            </a:r>
            <a:r>
              <a:rPr lang="fi-FI" sz="2200" dirty="0"/>
              <a:t> in </a:t>
            </a:r>
            <a:r>
              <a:rPr lang="fi-FI" sz="2200" dirty="0" err="1"/>
              <a:t>report-only</a:t>
            </a:r>
            <a:r>
              <a:rPr lang="fi-FI" sz="2200" dirty="0"/>
              <a:t> </a:t>
            </a:r>
            <a:r>
              <a:rPr lang="fi-FI" sz="2200" dirty="0" err="1"/>
              <a:t>mode</a:t>
            </a:r>
            <a:r>
              <a:rPr lang="fi-FI" sz="2200" dirty="0"/>
              <a:t> for Non-</a:t>
            </a:r>
            <a:r>
              <a:rPr lang="fi-FI" sz="2200" dirty="0" err="1"/>
              <a:t>interactive</a:t>
            </a:r>
            <a:r>
              <a:rPr lang="fi-FI" sz="2200" dirty="0"/>
              <a:t> </a:t>
            </a:r>
            <a:r>
              <a:rPr lang="fi-FI" sz="2200" dirty="0" err="1"/>
              <a:t>sign-ins</a:t>
            </a:r>
            <a:r>
              <a:rPr lang="fi-FI" sz="2200" dirty="0"/>
              <a:t> </a:t>
            </a:r>
            <a:r>
              <a:rPr lang="fi-FI" sz="2200" dirty="0" err="1"/>
              <a:t>before</a:t>
            </a:r>
            <a:r>
              <a:rPr lang="fi-FI" sz="2200" dirty="0"/>
              <a:t> </a:t>
            </a:r>
            <a:r>
              <a:rPr lang="fi-FI" sz="2200" dirty="0" err="1"/>
              <a:t>enabling</a:t>
            </a:r>
            <a:r>
              <a:rPr lang="fi-FI" sz="2200" dirty="0"/>
              <a:t> </a:t>
            </a:r>
            <a:r>
              <a:rPr lang="fi-FI" sz="2200" dirty="0" err="1"/>
              <a:t>policy</a:t>
            </a:r>
            <a:endParaRPr lang="fi-FI" sz="2200" dirty="0"/>
          </a:p>
          <a:p>
            <a:pPr marL="0" indent="0">
              <a:buNone/>
            </a:pPr>
            <a:endParaRPr lang="fi-FI" sz="2200" dirty="0"/>
          </a:p>
          <a:p>
            <a:pPr marL="0" indent="0">
              <a:buNone/>
            </a:pPr>
            <a:r>
              <a:rPr lang="fi-FI" sz="2200" dirty="0" err="1"/>
              <a:t>Be</a:t>
            </a:r>
            <a:r>
              <a:rPr lang="fi-FI" sz="2200" dirty="0"/>
              <a:t> </a:t>
            </a:r>
            <a:r>
              <a:rPr lang="fi-FI" sz="2200" dirty="0" err="1"/>
              <a:t>alert</a:t>
            </a:r>
            <a:r>
              <a:rPr lang="fi-FI" sz="2200" dirty="0"/>
              <a:t> </a:t>
            </a:r>
            <a:r>
              <a:rPr lang="fi-FI" sz="2200" dirty="0" err="1"/>
              <a:t>after</a:t>
            </a:r>
            <a:r>
              <a:rPr lang="fi-FI" sz="2200" dirty="0"/>
              <a:t> </a:t>
            </a:r>
            <a:r>
              <a:rPr lang="fi-FI" sz="2200" dirty="0" err="1"/>
              <a:t>enabling</a:t>
            </a:r>
            <a:r>
              <a:rPr lang="fi-FI" sz="2200" dirty="0"/>
              <a:t> </a:t>
            </a:r>
            <a:r>
              <a:rPr lang="fi-FI" sz="2200" dirty="0" err="1"/>
              <a:t>policy</a:t>
            </a:r>
            <a:r>
              <a:rPr lang="fi-FI" sz="2200" dirty="0"/>
              <a:t> and </a:t>
            </a:r>
            <a:r>
              <a:rPr lang="fi-FI" sz="2200" dirty="0" err="1"/>
              <a:t>have</a:t>
            </a:r>
            <a:r>
              <a:rPr lang="fi-FI" sz="2200" dirty="0"/>
              <a:t> </a:t>
            </a:r>
            <a:r>
              <a:rPr lang="fi-FI" sz="2200" dirty="0" err="1"/>
              <a:t>exclusion</a:t>
            </a:r>
            <a:r>
              <a:rPr lang="fi-FI" sz="2200" dirty="0"/>
              <a:t> </a:t>
            </a:r>
            <a:r>
              <a:rPr lang="fi-FI" sz="2200" dirty="0" err="1"/>
              <a:t>groups</a:t>
            </a:r>
            <a:r>
              <a:rPr lang="fi-FI" sz="2200" dirty="0"/>
              <a:t> in </a:t>
            </a:r>
            <a:r>
              <a:rPr lang="fi-FI" sz="2200" dirty="0" err="1"/>
              <a:t>place</a:t>
            </a:r>
            <a:r>
              <a:rPr lang="fi-FI" sz="2200" dirty="0"/>
              <a:t> </a:t>
            </a:r>
            <a:r>
              <a:rPr lang="fi-FI" sz="2200" dirty="0" err="1"/>
              <a:t>so</a:t>
            </a:r>
            <a:r>
              <a:rPr lang="fi-FI" sz="2200" dirty="0"/>
              <a:t> </a:t>
            </a:r>
            <a:r>
              <a:rPr lang="fi-FI" sz="2200" dirty="0" err="1"/>
              <a:t>you</a:t>
            </a:r>
            <a:r>
              <a:rPr lang="fi-FI" sz="2200" dirty="0"/>
              <a:t> </a:t>
            </a:r>
            <a:r>
              <a:rPr lang="fi-FI" sz="2200" dirty="0" err="1"/>
              <a:t>can</a:t>
            </a:r>
            <a:r>
              <a:rPr lang="fi-FI" sz="2200" dirty="0"/>
              <a:t> </a:t>
            </a:r>
            <a:r>
              <a:rPr lang="fi-FI" sz="2200" dirty="0" err="1"/>
              <a:t>add</a:t>
            </a:r>
            <a:r>
              <a:rPr lang="fi-FI" sz="2200" dirty="0"/>
              <a:t> </a:t>
            </a:r>
            <a:r>
              <a:rPr lang="fi-FI" sz="2200" dirty="0" err="1"/>
              <a:t>accounts</a:t>
            </a:r>
            <a:r>
              <a:rPr lang="fi-FI" sz="2200" dirty="0"/>
              <a:t> </a:t>
            </a:r>
            <a:r>
              <a:rPr lang="fi-FI" sz="2200" dirty="0" err="1"/>
              <a:t>when</a:t>
            </a:r>
            <a:r>
              <a:rPr lang="fi-FI" sz="2200" dirty="0"/>
              <a:t> </a:t>
            </a:r>
            <a:r>
              <a:rPr lang="fi-FI" sz="2200" dirty="0" err="1"/>
              <a:t>needed</a:t>
            </a:r>
            <a:endParaRPr lang="en-FI" sz="2200" dirty="0"/>
          </a:p>
        </p:txBody>
      </p:sp>
    </p:spTree>
    <p:extLst>
      <p:ext uri="{BB962C8B-B14F-4D97-AF65-F5344CB8AC3E}">
        <p14:creationId xmlns:p14="http://schemas.microsoft.com/office/powerpoint/2010/main" val="26221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2FD05-41C6-DCB8-6879-477ED9FD907D}"/>
              </a:ext>
            </a:extLst>
          </p:cNvPr>
          <p:cNvSpPr>
            <a:spLocks noGrp="1"/>
          </p:cNvSpPr>
          <p:nvPr>
            <p:ph type="title"/>
          </p:nvPr>
        </p:nvSpPr>
        <p:spPr/>
        <p:txBody>
          <a:bodyPr/>
          <a:lstStyle/>
          <a:p>
            <a:r>
              <a:rPr lang="fi-FI" dirty="0"/>
              <a:t>Demo </a:t>
            </a:r>
            <a:r>
              <a:rPr lang="fi-FI" dirty="0" err="1"/>
              <a:t>time</a:t>
            </a:r>
            <a:endParaRPr lang="fi-FI" dirty="0"/>
          </a:p>
        </p:txBody>
      </p:sp>
      <p:sp>
        <p:nvSpPr>
          <p:cNvPr id="5" name="Content Placeholder 4">
            <a:extLst>
              <a:ext uri="{FF2B5EF4-FFF2-40B4-BE49-F238E27FC236}">
                <a16:creationId xmlns:a16="http://schemas.microsoft.com/office/drawing/2014/main" id="{F3F596F5-5350-1E14-EAD1-B5158587D5F0}"/>
              </a:ext>
            </a:extLst>
          </p:cNvPr>
          <p:cNvSpPr>
            <a:spLocks noGrp="1"/>
          </p:cNvSpPr>
          <p:nvPr>
            <p:ph idx="1"/>
          </p:nvPr>
        </p:nvSpPr>
        <p:spPr/>
        <p:txBody>
          <a:bodyPr/>
          <a:lstStyle/>
          <a:p>
            <a:r>
              <a:rPr lang="fi-FI" dirty="0"/>
              <a:t>Planning and </a:t>
            </a:r>
            <a:r>
              <a:rPr lang="fi-FI" dirty="0" err="1"/>
              <a:t>documenting</a:t>
            </a:r>
            <a:r>
              <a:rPr lang="fi-FI" dirty="0"/>
              <a:t> CA </a:t>
            </a:r>
            <a:r>
              <a:rPr lang="fi-FI" dirty="0" err="1"/>
              <a:t>Policies</a:t>
            </a:r>
            <a:endParaRPr lang="fi-FI" dirty="0"/>
          </a:p>
          <a:p>
            <a:r>
              <a:rPr lang="fi-FI" dirty="0" err="1"/>
              <a:t>Creating</a:t>
            </a:r>
            <a:r>
              <a:rPr lang="fi-FI" dirty="0"/>
              <a:t> </a:t>
            </a:r>
            <a:r>
              <a:rPr lang="fi-FI" dirty="0" err="1"/>
              <a:t>Insights</a:t>
            </a:r>
            <a:r>
              <a:rPr lang="fi-FI" dirty="0"/>
              <a:t> and Reporting </a:t>
            </a:r>
            <a:r>
              <a:rPr lang="fi-FI" dirty="0" err="1"/>
              <a:t>workbook</a:t>
            </a:r>
            <a:r>
              <a:rPr lang="fi-FI" dirty="0"/>
              <a:t> for Non-</a:t>
            </a:r>
            <a:r>
              <a:rPr lang="fi-FI" dirty="0" err="1"/>
              <a:t>interactive</a:t>
            </a:r>
            <a:r>
              <a:rPr lang="fi-FI" dirty="0"/>
              <a:t> </a:t>
            </a:r>
            <a:r>
              <a:rPr lang="fi-FI" dirty="0" err="1"/>
              <a:t>sign-ins</a:t>
            </a:r>
            <a:endParaRPr lang="fi-FI" dirty="0"/>
          </a:p>
          <a:p>
            <a:r>
              <a:rPr lang="fi-FI" dirty="0" err="1"/>
              <a:t>Creating</a:t>
            </a:r>
            <a:r>
              <a:rPr lang="fi-FI" dirty="0"/>
              <a:t> a </a:t>
            </a:r>
            <a:r>
              <a:rPr lang="fi-FI" dirty="0" err="1"/>
              <a:t>CatchEmAll</a:t>
            </a:r>
            <a:r>
              <a:rPr lang="fi-FI" dirty="0"/>
              <a:t> CA </a:t>
            </a:r>
            <a:r>
              <a:rPr lang="fi-FI" dirty="0" err="1"/>
              <a:t>Policy</a:t>
            </a:r>
            <a:endParaRPr lang="fi-FI" dirty="0"/>
          </a:p>
        </p:txBody>
      </p:sp>
    </p:spTree>
    <p:extLst>
      <p:ext uri="{BB962C8B-B14F-4D97-AF65-F5344CB8AC3E}">
        <p14:creationId xmlns:p14="http://schemas.microsoft.com/office/powerpoint/2010/main" val="434077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60AE16-1D05-B922-36E8-724BB86D7439}"/>
              </a:ext>
            </a:extLst>
          </p:cNvPr>
          <p:cNvSpPr>
            <a:spLocks noGrp="1"/>
          </p:cNvSpPr>
          <p:nvPr>
            <p:ph type="title"/>
          </p:nvPr>
        </p:nvSpPr>
        <p:spPr/>
        <p:txBody>
          <a:bodyPr/>
          <a:lstStyle/>
          <a:p>
            <a:r>
              <a:rPr lang="en-GB" noProof="0" dirty="0"/>
              <a:t>Deploying CA Policy framework</a:t>
            </a:r>
          </a:p>
        </p:txBody>
      </p:sp>
      <p:sp>
        <p:nvSpPr>
          <p:cNvPr id="6" name="Content Placeholder 5">
            <a:extLst>
              <a:ext uri="{FF2B5EF4-FFF2-40B4-BE49-F238E27FC236}">
                <a16:creationId xmlns:a16="http://schemas.microsoft.com/office/drawing/2014/main" id="{D103D8A1-FCA4-814C-FCEE-32DC542652BE}"/>
              </a:ext>
            </a:extLst>
          </p:cNvPr>
          <p:cNvSpPr>
            <a:spLocks noGrp="1"/>
          </p:cNvSpPr>
          <p:nvPr>
            <p:ph idx="1"/>
          </p:nvPr>
        </p:nvSpPr>
        <p:spPr/>
        <p:txBody>
          <a:bodyPr>
            <a:normAutofit lnSpcReduction="10000"/>
          </a:bodyPr>
          <a:lstStyle/>
          <a:p>
            <a:r>
              <a:rPr lang="en-GB" noProof="0" dirty="0"/>
              <a:t>Side-by-side with current policies</a:t>
            </a:r>
          </a:p>
          <a:p>
            <a:pPr lvl="1"/>
            <a:r>
              <a:rPr lang="en-GB" noProof="0" dirty="0"/>
              <a:t>All policies are evaluated so no need to prioritize</a:t>
            </a:r>
          </a:p>
          <a:p>
            <a:r>
              <a:rPr lang="en-GB" noProof="0" dirty="0"/>
              <a:t>At first configure policies in Report Only mode</a:t>
            </a:r>
          </a:p>
          <a:p>
            <a:r>
              <a:rPr lang="en-GB" noProof="0" dirty="0" err="1"/>
              <a:t>CatchEmAll</a:t>
            </a:r>
            <a:r>
              <a:rPr lang="en-GB" noProof="0" dirty="0"/>
              <a:t> policy should be configured in the first phase to catch accounts that need to be assigned to some CA policy target group</a:t>
            </a:r>
          </a:p>
          <a:p>
            <a:r>
              <a:rPr lang="en-GB" noProof="0" dirty="0"/>
              <a:t>Deploy policies one persona at a time, pilot if possible</a:t>
            </a:r>
          </a:p>
          <a:p>
            <a:r>
              <a:rPr lang="en-GB" noProof="0" dirty="0"/>
              <a:t>After </a:t>
            </a:r>
            <a:r>
              <a:rPr lang="en-GB" noProof="0" dirty="0" err="1"/>
              <a:t>CatchEmAll</a:t>
            </a:r>
            <a:r>
              <a:rPr lang="en-GB" noProof="0" dirty="0"/>
              <a:t> has been deployed you can turn off all “old” policies</a:t>
            </a:r>
          </a:p>
        </p:txBody>
      </p:sp>
      <p:sp>
        <p:nvSpPr>
          <p:cNvPr id="4" name="Slide Number Placeholder 3">
            <a:extLst>
              <a:ext uri="{FF2B5EF4-FFF2-40B4-BE49-F238E27FC236}">
                <a16:creationId xmlns:a16="http://schemas.microsoft.com/office/drawing/2014/main" id="{25EAF3CE-308F-A78B-7D72-F0A527CE4B35}"/>
              </a:ext>
            </a:extLst>
          </p:cNvPr>
          <p:cNvSpPr>
            <a:spLocks noGrp="1"/>
          </p:cNvSpPr>
          <p:nvPr>
            <p:ph type="sldNum" sz="quarter" idx="4"/>
          </p:nvPr>
        </p:nvSpPr>
        <p:spPr/>
        <p:txBody>
          <a:bodyPr/>
          <a:lstStyle/>
          <a:p>
            <a:fld id="{ABDD62AB-4532-4F49-AC82-62CE9ED7FFA2}" type="slidenum">
              <a:rPr lang="en-GB" noProof="0" smtClean="0"/>
              <a:pPr/>
              <a:t>14</a:t>
            </a:fld>
            <a:endParaRPr lang="en-GB" noProof="0" dirty="0"/>
          </a:p>
        </p:txBody>
      </p:sp>
    </p:spTree>
    <p:extLst>
      <p:ext uri="{BB962C8B-B14F-4D97-AF65-F5344CB8AC3E}">
        <p14:creationId xmlns:p14="http://schemas.microsoft.com/office/powerpoint/2010/main" val="420663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E523169-3802-7107-FCDA-4700DCD5228F}"/>
              </a:ext>
            </a:extLst>
          </p:cNvPr>
          <p:cNvSpPr txBox="1"/>
          <p:nvPr/>
        </p:nvSpPr>
        <p:spPr>
          <a:xfrm>
            <a:off x="1143000" y="1314081"/>
            <a:ext cx="4572000" cy="369332"/>
          </a:xfrm>
          <a:prstGeom prst="rect">
            <a:avLst/>
          </a:prstGeom>
          <a:noFill/>
        </p:spPr>
        <p:txBody>
          <a:bodyPr wrap="square">
            <a:spAutoFit/>
          </a:bodyPr>
          <a:lstStyle/>
          <a:p>
            <a:pPr marL="0" indent="0">
              <a:buNone/>
            </a:pPr>
            <a:r>
              <a:rPr lang="fi-FI" dirty="0" err="1"/>
              <a:t>Sign</a:t>
            </a:r>
            <a:r>
              <a:rPr lang="fi-FI" dirty="0"/>
              <a:t>-in </a:t>
            </a:r>
            <a:r>
              <a:rPr lang="fi-FI" dirty="0" err="1"/>
              <a:t>frequency</a:t>
            </a:r>
            <a:endParaRPr lang="fi-FI" dirty="0"/>
          </a:p>
        </p:txBody>
      </p:sp>
      <p:sp>
        <p:nvSpPr>
          <p:cNvPr id="9" name="TextBox 8">
            <a:extLst>
              <a:ext uri="{FF2B5EF4-FFF2-40B4-BE49-F238E27FC236}">
                <a16:creationId xmlns:a16="http://schemas.microsoft.com/office/drawing/2014/main" id="{F9772982-A56D-DBD3-DAC8-7BBD64D27BF8}"/>
              </a:ext>
            </a:extLst>
          </p:cNvPr>
          <p:cNvSpPr txBox="1"/>
          <p:nvPr/>
        </p:nvSpPr>
        <p:spPr>
          <a:xfrm>
            <a:off x="4244340" y="3926931"/>
            <a:ext cx="4572000" cy="369332"/>
          </a:xfrm>
          <a:prstGeom prst="rect">
            <a:avLst/>
          </a:prstGeom>
          <a:noFill/>
        </p:spPr>
        <p:txBody>
          <a:bodyPr wrap="square">
            <a:spAutoFit/>
          </a:bodyPr>
          <a:lstStyle/>
          <a:p>
            <a:pPr marL="0" indent="0">
              <a:buNone/>
            </a:pPr>
            <a:r>
              <a:rPr lang="fi-FI" dirty="0"/>
              <a:t>Windows </a:t>
            </a:r>
            <a:r>
              <a:rPr lang="fi-FI" dirty="0" err="1"/>
              <a:t>Hello</a:t>
            </a:r>
            <a:r>
              <a:rPr lang="fi-FI" dirty="0"/>
              <a:t> for Business</a:t>
            </a:r>
          </a:p>
        </p:txBody>
      </p:sp>
      <p:sp>
        <p:nvSpPr>
          <p:cNvPr id="11" name="TextBox 10">
            <a:extLst>
              <a:ext uri="{FF2B5EF4-FFF2-40B4-BE49-F238E27FC236}">
                <a16:creationId xmlns:a16="http://schemas.microsoft.com/office/drawing/2014/main" id="{804C5F2C-40DA-682D-879D-93170E37F5E8}"/>
              </a:ext>
            </a:extLst>
          </p:cNvPr>
          <p:cNvSpPr txBox="1"/>
          <p:nvPr/>
        </p:nvSpPr>
        <p:spPr>
          <a:xfrm>
            <a:off x="2125980" y="2905785"/>
            <a:ext cx="4572000" cy="369332"/>
          </a:xfrm>
          <a:prstGeom prst="rect">
            <a:avLst/>
          </a:prstGeom>
          <a:noFill/>
        </p:spPr>
        <p:txBody>
          <a:bodyPr wrap="square">
            <a:spAutoFit/>
          </a:bodyPr>
          <a:lstStyle/>
          <a:p>
            <a:pPr marL="0" indent="0">
              <a:buNone/>
            </a:pPr>
            <a:r>
              <a:rPr lang="fi-FI" dirty="0" err="1"/>
              <a:t>End</a:t>
            </a:r>
            <a:r>
              <a:rPr lang="fi-FI" dirty="0"/>
              <a:t> </a:t>
            </a:r>
            <a:r>
              <a:rPr lang="fi-FI" dirty="0" err="1"/>
              <a:t>Users</a:t>
            </a:r>
            <a:r>
              <a:rPr lang="fi-FI" dirty="0"/>
              <a:t> </a:t>
            </a:r>
            <a:r>
              <a:rPr lang="fi-FI" dirty="0" err="1"/>
              <a:t>with</a:t>
            </a:r>
            <a:r>
              <a:rPr lang="fi-FI" dirty="0"/>
              <a:t> </a:t>
            </a:r>
            <a:r>
              <a:rPr lang="fi-FI" dirty="0" err="1"/>
              <a:t>Admin</a:t>
            </a:r>
            <a:r>
              <a:rPr lang="fi-FI" dirty="0"/>
              <a:t> </a:t>
            </a:r>
            <a:r>
              <a:rPr lang="fi-FI" dirty="0" err="1"/>
              <a:t>roles</a:t>
            </a:r>
            <a:endParaRPr lang="fi-FI" dirty="0"/>
          </a:p>
        </p:txBody>
      </p:sp>
      <p:sp>
        <p:nvSpPr>
          <p:cNvPr id="13" name="TextBox 12">
            <a:extLst>
              <a:ext uri="{FF2B5EF4-FFF2-40B4-BE49-F238E27FC236}">
                <a16:creationId xmlns:a16="http://schemas.microsoft.com/office/drawing/2014/main" id="{9809421C-BF60-59B5-C958-C7B89F40E758}"/>
              </a:ext>
            </a:extLst>
          </p:cNvPr>
          <p:cNvSpPr txBox="1"/>
          <p:nvPr/>
        </p:nvSpPr>
        <p:spPr>
          <a:xfrm>
            <a:off x="3619500" y="1876544"/>
            <a:ext cx="4572000" cy="369332"/>
          </a:xfrm>
          <a:prstGeom prst="rect">
            <a:avLst/>
          </a:prstGeom>
          <a:noFill/>
        </p:spPr>
        <p:txBody>
          <a:bodyPr wrap="square">
            <a:spAutoFit/>
          </a:bodyPr>
          <a:lstStyle/>
          <a:p>
            <a:pPr marL="0" indent="0">
              <a:buNone/>
            </a:pPr>
            <a:r>
              <a:rPr lang="fi-FI" dirty="0"/>
              <a:t>Non-Interactive </a:t>
            </a:r>
            <a:r>
              <a:rPr lang="fi-FI" dirty="0" err="1"/>
              <a:t>sign-ins</a:t>
            </a:r>
            <a:endParaRPr lang="fi-FI" dirty="0"/>
          </a:p>
        </p:txBody>
      </p:sp>
      <p:sp>
        <p:nvSpPr>
          <p:cNvPr id="15" name="TextBox 14">
            <a:extLst>
              <a:ext uri="{FF2B5EF4-FFF2-40B4-BE49-F238E27FC236}">
                <a16:creationId xmlns:a16="http://schemas.microsoft.com/office/drawing/2014/main" id="{D07266AF-E6AD-D406-4C76-78557570BD29}"/>
              </a:ext>
            </a:extLst>
          </p:cNvPr>
          <p:cNvSpPr txBox="1"/>
          <p:nvPr/>
        </p:nvSpPr>
        <p:spPr>
          <a:xfrm>
            <a:off x="662940" y="4429244"/>
            <a:ext cx="4572000" cy="369332"/>
          </a:xfrm>
          <a:prstGeom prst="rect">
            <a:avLst/>
          </a:prstGeom>
          <a:noFill/>
        </p:spPr>
        <p:txBody>
          <a:bodyPr wrap="square">
            <a:spAutoFit/>
          </a:bodyPr>
          <a:lstStyle/>
          <a:p>
            <a:pPr marL="0" indent="0">
              <a:buNone/>
            </a:pPr>
            <a:r>
              <a:rPr lang="fi-FI" dirty="0"/>
              <a:t>IPv6</a:t>
            </a:r>
          </a:p>
        </p:txBody>
      </p:sp>
      <p:sp>
        <p:nvSpPr>
          <p:cNvPr id="17" name="TextBox 16">
            <a:extLst>
              <a:ext uri="{FF2B5EF4-FFF2-40B4-BE49-F238E27FC236}">
                <a16:creationId xmlns:a16="http://schemas.microsoft.com/office/drawing/2014/main" id="{4D1A93A4-3C4E-F6D6-F796-E2C69EAC5687}"/>
              </a:ext>
            </a:extLst>
          </p:cNvPr>
          <p:cNvSpPr txBox="1"/>
          <p:nvPr/>
        </p:nvSpPr>
        <p:spPr>
          <a:xfrm>
            <a:off x="5852160" y="1182320"/>
            <a:ext cx="4572000" cy="369332"/>
          </a:xfrm>
          <a:prstGeom prst="rect">
            <a:avLst/>
          </a:prstGeom>
          <a:noFill/>
        </p:spPr>
        <p:txBody>
          <a:bodyPr wrap="square">
            <a:spAutoFit/>
          </a:bodyPr>
          <a:lstStyle/>
          <a:p>
            <a:pPr marL="0" indent="0">
              <a:buNone/>
            </a:pPr>
            <a:r>
              <a:rPr lang="fi-FI" dirty="0" err="1"/>
              <a:t>Missing</a:t>
            </a:r>
            <a:r>
              <a:rPr lang="fi-FI" dirty="0"/>
              <a:t> Device ID</a:t>
            </a:r>
          </a:p>
        </p:txBody>
      </p:sp>
      <p:sp>
        <p:nvSpPr>
          <p:cNvPr id="19" name="TextBox 18">
            <a:extLst>
              <a:ext uri="{FF2B5EF4-FFF2-40B4-BE49-F238E27FC236}">
                <a16:creationId xmlns:a16="http://schemas.microsoft.com/office/drawing/2014/main" id="{CDCB490C-8BCE-C8F3-97C5-B308CBDA2572}"/>
              </a:ext>
            </a:extLst>
          </p:cNvPr>
          <p:cNvSpPr txBox="1"/>
          <p:nvPr/>
        </p:nvSpPr>
        <p:spPr>
          <a:xfrm>
            <a:off x="1095375" y="3609284"/>
            <a:ext cx="5048250" cy="369332"/>
          </a:xfrm>
          <a:prstGeom prst="rect">
            <a:avLst/>
          </a:prstGeom>
          <a:noFill/>
        </p:spPr>
        <p:txBody>
          <a:bodyPr wrap="square">
            <a:spAutoFit/>
          </a:bodyPr>
          <a:lstStyle/>
          <a:p>
            <a:pPr marL="0" indent="0">
              <a:buNone/>
            </a:pPr>
            <a:r>
              <a:rPr lang="fi-FI" dirty="0"/>
              <a:t>Windows </a:t>
            </a:r>
            <a:r>
              <a:rPr lang="fi-FI" dirty="0" err="1"/>
              <a:t>Activation</a:t>
            </a:r>
            <a:endParaRPr lang="fi-FI" dirty="0"/>
          </a:p>
        </p:txBody>
      </p:sp>
      <p:sp>
        <p:nvSpPr>
          <p:cNvPr id="21" name="TextBox 20">
            <a:extLst>
              <a:ext uri="{FF2B5EF4-FFF2-40B4-BE49-F238E27FC236}">
                <a16:creationId xmlns:a16="http://schemas.microsoft.com/office/drawing/2014/main" id="{68142347-4D21-EBDC-015F-EE9687AB9D1A}"/>
              </a:ext>
            </a:extLst>
          </p:cNvPr>
          <p:cNvSpPr txBox="1"/>
          <p:nvPr/>
        </p:nvSpPr>
        <p:spPr>
          <a:xfrm>
            <a:off x="5715000" y="2623304"/>
            <a:ext cx="3000375" cy="369332"/>
          </a:xfrm>
          <a:prstGeom prst="rect">
            <a:avLst/>
          </a:prstGeom>
          <a:noFill/>
        </p:spPr>
        <p:txBody>
          <a:bodyPr wrap="square">
            <a:spAutoFit/>
          </a:bodyPr>
          <a:lstStyle/>
          <a:p>
            <a:pPr marL="0" indent="0">
              <a:buNone/>
            </a:pPr>
            <a:r>
              <a:rPr lang="fi-FI" dirty="0" err="1"/>
              <a:t>Custom</a:t>
            </a:r>
            <a:r>
              <a:rPr lang="fi-FI" dirty="0"/>
              <a:t> </a:t>
            </a:r>
            <a:r>
              <a:rPr lang="fi-FI" dirty="0" err="1"/>
              <a:t>application</a:t>
            </a:r>
            <a:r>
              <a:rPr lang="fi-FI" dirty="0"/>
              <a:t> </a:t>
            </a:r>
            <a:r>
              <a:rPr lang="fi-FI" dirty="0" err="1"/>
              <a:t>exclude</a:t>
            </a:r>
            <a:endParaRPr lang="fi-FI" dirty="0"/>
          </a:p>
        </p:txBody>
      </p:sp>
      <p:sp>
        <p:nvSpPr>
          <p:cNvPr id="23" name="TextBox 22">
            <a:extLst>
              <a:ext uri="{FF2B5EF4-FFF2-40B4-BE49-F238E27FC236}">
                <a16:creationId xmlns:a16="http://schemas.microsoft.com/office/drawing/2014/main" id="{4AF66257-BDD4-ED95-6810-7B2C625FAFA5}"/>
              </a:ext>
            </a:extLst>
          </p:cNvPr>
          <p:cNvSpPr txBox="1"/>
          <p:nvPr/>
        </p:nvSpPr>
        <p:spPr>
          <a:xfrm>
            <a:off x="186690" y="2163495"/>
            <a:ext cx="5048250" cy="369332"/>
          </a:xfrm>
          <a:prstGeom prst="rect">
            <a:avLst/>
          </a:prstGeom>
          <a:noFill/>
        </p:spPr>
        <p:txBody>
          <a:bodyPr wrap="square">
            <a:spAutoFit/>
          </a:bodyPr>
          <a:lstStyle/>
          <a:p>
            <a:pPr marL="0" indent="0">
              <a:buNone/>
            </a:pPr>
            <a:r>
              <a:rPr lang="fi-FI" dirty="0" err="1"/>
              <a:t>Importance</a:t>
            </a:r>
            <a:r>
              <a:rPr lang="fi-FI" dirty="0"/>
              <a:t> of </a:t>
            </a:r>
            <a:r>
              <a:rPr lang="fi-FI" dirty="0" err="1"/>
              <a:t>Guest</a:t>
            </a:r>
            <a:r>
              <a:rPr lang="fi-FI" dirty="0"/>
              <a:t> MFA</a:t>
            </a:r>
          </a:p>
        </p:txBody>
      </p:sp>
      <p:sp>
        <p:nvSpPr>
          <p:cNvPr id="27" name="TextBox 26">
            <a:extLst>
              <a:ext uri="{FF2B5EF4-FFF2-40B4-BE49-F238E27FC236}">
                <a16:creationId xmlns:a16="http://schemas.microsoft.com/office/drawing/2014/main" id="{65468A50-FC8C-CD4E-AB2E-60B66B233266}"/>
              </a:ext>
            </a:extLst>
          </p:cNvPr>
          <p:cNvSpPr txBox="1"/>
          <p:nvPr/>
        </p:nvSpPr>
        <p:spPr>
          <a:xfrm>
            <a:off x="6467475" y="3298709"/>
            <a:ext cx="1724025" cy="369332"/>
          </a:xfrm>
          <a:prstGeom prst="rect">
            <a:avLst/>
          </a:prstGeom>
          <a:noFill/>
        </p:spPr>
        <p:txBody>
          <a:bodyPr wrap="square">
            <a:spAutoFit/>
          </a:bodyPr>
          <a:lstStyle/>
          <a:p>
            <a:pPr marL="0" indent="0">
              <a:buNone/>
            </a:pPr>
            <a:r>
              <a:rPr lang="fi-FI" dirty="0" err="1"/>
              <a:t>Test</a:t>
            </a:r>
            <a:r>
              <a:rPr lang="fi-FI" dirty="0"/>
              <a:t> </a:t>
            </a:r>
            <a:r>
              <a:rPr lang="fi-FI" dirty="0" err="1"/>
              <a:t>accounts</a:t>
            </a:r>
            <a:endParaRPr lang="fi-FI" dirty="0"/>
          </a:p>
        </p:txBody>
      </p:sp>
      <p:sp>
        <p:nvSpPr>
          <p:cNvPr id="28" name="Title 1">
            <a:extLst>
              <a:ext uri="{FF2B5EF4-FFF2-40B4-BE49-F238E27FC236}">
                <a16:creationId xmlns:a16="http://schemas.microsoft.com/office/drawing/2014/main" id="{B81768C1-EAB2-C909-D1DE-2D63D6387BE9}"/>
              </a:ext>
            </a:extLst>
          </p:cNvPr>
          <p:cNvSpPr txBox="1">
            <a:spLocks/>
          </p:cNvSpPr>
          <p:nvPr/>
        </p:nvSpPr>
        <p:spPr>
          <a:xfrm>
            <a:off x="381000" y="376479"/>
            <a:ext cx="8229600" cy="994172"/>
          </a:xfrm>
          <a:prstGeom prst="rect">
            <a:avLst/>
          </a:prstGeom>
        </p:spPr>
        <p:txBody>
          <a:bodyPr/>
          <a:lstStyle>
            <a:lvl1pPr algn="l" defTabSz="661460" rtl="0" eaLnBrk="1" latinLnBrk="0" hangingPunct="1">
              <a:lnSpc>
                <a:spcPct val="90000"/>
              </a:lnSpc>
              <a:spcBef>
                <a:spcPct val="0"/>
              </a:spcBef>
              <a:buNone/>
              <a:defRPr sz="3000" b="0" i="0" kern="1200">
                <a:solidFill>
                  <a:schemeClr val="accent2"/>
                </a:solidFill>
                <a:latin typeface="Arial" panose="020B0604020202020204" pitchFamily="34" charset="0"/>
                <a:ea typeface="+mj-ea"/>
                <a:cs typeface="Arial" panose="020B0604020202020204" pitchFamily="34" charset="0"/>
              </a:defRPr>
            </a:lvl1pPr>
          </a:lstStyle>
          <a:p>
            <a:r>
              <a:rPr lang="fi-FI" dirty="0" err="1"/>
              <a:t>Challenges</a:t>
            </a:r>
            <a:r>
              <a:rPr lang="fi-FI" dirty="0"/>
              <a:t> </a:t>
            </a:r>
            <a:r>
              <a:rPr lang="fi-FI" dirty="0" err="1"/>
              <a:t>faced</a:t>
            </a:r>
            <a:r>
              <a:rPr lang="fi-FI" dirty="0"/>
              <a:t> and </a:t>
            </a:r>
            <a:r>
              <a:rPr lang="fi-FI" dirty="0" err="1"/>
              <a:t>Lessons</a:t>
            </a:r>
            <a:r>
              <a:rPr lang="fi-FI" dirty="0"/>
              <a:t> </a:t>
            </a:r>
            <a:r>
              <a:rPr lang="fi-FI" dirty="0" err="1"/>
              <a:t>learned</a:t>
            </a:r>
            <a:endParaRPr lang="en-FI" dirty="0"/>
          </a:p>
        </p:txBody>
      </p:sp>
    </p:spTree>
    <p:extLst>
      <p:ext uri="{BB962C8B-B14F-4D97-AF65-F5344CB8AC3E}">
        <p14:creationId xmlns:p14="http://schemas.microsoft.com/office/powerpoint/2010/main" val="3580932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a:t>Windows </a:t>
            </a:r>
            <a:r>
              <a:rPr lang="fi-FI" dirty="0" err="1"/>
              <a:t>Activation</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err="1"/>
              <a:t>Cloud</a:t>
            </a:r>
            <a:r>
              <a:rPr lang="fi-FI" dirty="0"/>
              <a:t> </a:t>
            </a:r>
            <a:r>
              <a:rPr lang="fi-FI" dirty="0" err="1"/>
              <a:t>licensed</a:t>
            </a:r>
            <a:r>
              <a:rPr lang="fi-FI" dirty="0"/>
              <a:t> Windows </a:t>
            </a:r>
            <a:r>
              <a:rPr lang="fi-FI" dirty="0" err="1"/>
              <a:t>workstations</a:t>
            </a:r>
            <a:r>
              <a:rPr lang="fi-FI" dirty="0"/>
              <a:t> </a:t>
            </a:r>
            <a:r>
              <a:rPr lang="fi-FI" dirty="0" err="1"/>
              <a:t>need</a:t>
            </a:r>
            <a:r>
              <a:rPr lang="fi-FI" dirty="0"/>
              <a:t> to </a:t>
            </a:r>
            <a:r>
              <a:rPr lang="fi-FI" dirty="0" err="1"/>
              <a:t>access</a:t>
            </a:r>
            <a:r>
              <a:rPr lang="fi-FI" dirty="0"/>
              <a:t> </a:t>
            </a:r>
            <a:r>
              <a:rPr lang="fi-FI" dirty="0" err="1"/>
              <a:t>activation</a:t>
            </a:r>
            <a:r>
              <a:rPr lang="fi-FI" dirty="0"/>
              <a:t> </a:t>
            </a:r>
            <a:r>
              <a:rPr lang="fi-FI" dirty="0" err="1"/>
              <a:t>service</a:t>
            </a:r>
            <a:r>
              <a:rPr lang="fi-FI" dirty="0"/>
              <a:t>. </a:t>
            </a:r>
            <a:r>
              <a:rPr lang="fi-FI" dirty="0" err="1"/>
              <a:t>This</a:t>
            </a:r>
            <a:r>
              <a:rPr lang="fi-FI" dirty="0"/>
              <a:t> </a:t>
            </a:r>
            <a:r>
              <a:rPr lang="fi-FI" dirty="0" err="1"/>
              <a:t>does</a:t>
            </a:r>
            <a:r>
              <a:rPr lang="fi-FI" dirty="0"/>
              <a:t> </a:t>
            </a:r>
            <a:r>
              <a:rPr lang="fi-FI" dirty="0" err="1"/>
              <a:t>not</a:t>
            </a:r>
            <a:r>
              <a:rPr lang="fi-FI" dirty="0"/>
              <a:t> </a:t>
            </a:r>
            <a:r>
              <a:rPr lang="fi-FI" dirty="0" err="1"/>
              <a:t>support</a:t>
            </a:r>
            <a:r>
              <a:rPr lang="fi-FI" dirty="0"/>
              <a:t> Device </a:t>
            </a:r>
            <a:r>
              <a:rPr lang="fi-FI" dirty="0" err="1"/>
              <a:t>Compliance</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err="1"/>
              <a:t>Exclude</a:t>
            </a:r>
            <a:r>
              <a:rPr lang="fi-FI" dirty="0"/>
              <a:t> </a:t>
            </a:r>
            <a:r>
              <a:rPr lang="fi-FI" dirty="0" err="1"/>
              <a:t>necessary</a:t>
            </a:r>
            <a:r>
              <a:rPr lang="fi-FI" dirty="0"/>
              <a:t> </a:t>
            </a:r>
            <a:r>
              <a:rPr lang="fi-FI" dirty="0" err="1"/>
              <a:t>backend</a:t>
            </a:r>
            <a:r>
              <a:rPr lang="fi-FI" dirty="0"/>
              <a:t> </a:t>
            </a:r>
            <a:r>
              <a:rPr lang="fi-FI" dirty="0" err="1"/>
              <a:t>applications</a:t>
            </a:r>
            <a:r>
              <a:rPr lang="fi-FI" dirty="0"/>
              <a:t> </a:t>
            </a:r>
            <a:r>
              <a:rPr lang="fi-FI" dirty="0" err="1"/>
              <a:t>from</a:t>
            </a:r>
            <a:r>
              <a:rPr lang="fi-FI" dirty="0"/>
              <a:t> CA </a:t>
            </a:r>
            <a:r>
              <a:rPr lang="fi-FI" dirty="0" err="1"/>
              <a:t>Policies</a:t>
            </a:r>
            <a:endParaRPr lang="fi-FI" dirty="0"/>
          </a:p>
          <a:p>
            <a:pPr marL="0" indent="0">
              <a:buNone/>
            </a:pPr>
            <a:endParaRPr lang="fi-FI" dirty="0"/>
          </a:p>
          <a:p>
            <a:pPr marL="0" indent="0">
              <a:buNone/>
            </a:pPr>
            <a:endParaRPr lang="en-FI" dirty="0"/>
          </a:p>
        </p:txBody>
      </p:sp>
      <p:pic>
        <p:nvPicPr>
          <p:cNvPr id="6" name="Picture 5">
            <a:extLst>
              <a:ext uri="{FF2B5EF4-FFF2-40B4-BE49-F238E27FC236}">
                <a16:creationId xmlns:a16="http://schemas.microsoft.com/office/drawing/2014/main" id="{6762D873-1CC7-1A74-F9F3-A0791537E03E}"/>
              </a:ext>
            </a:extLst>
          </p:cNvPr>
          <p:cNvPicPr>
            <a:picLocks noChangeAspect="1"/>
          </p:cNvPicPr>
          <p:nvPr/>
        </p:nvPicPr>
        <p:blipFill>
          <a:blip r:embed="rId2"/>
          <a:stretch>
            <a:fillRect/>
          </a:stretch>
        </p:blipFill>
        <p:spPr>
          <a:xfrm>
            <a:off x="2621279" y="3500328"/>
            <a:ext cx="6362267" cy="1192925"/>
          </a:xfrm>
          <a:prstGeom prst="rect">
            <a:avLst/>
          </a:prstGeom>
        </p:spPr>
      </p:pic>
    </p:spTree>
    <p:extLst>
      <p:ext uri="{BB962C8B-B14F-4D97-AF65-F5344CB8AC3E}">
        <p14:creationId xmlns:p14="http://schemas.microsoft.com/office/powerpoint/2010/main" val="1940834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Custom</a:t>
            </a:r>
            <a:r>
              <a:rPr lang="fi-FI" dirty="0"/>
              <a:t> Application </a:t>
            </a:r>
            <a:r>
              <a:rPr lang="fi-FI" dirty="0" err="1"/>
              <a:t>Exclude</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a:t>Application (case in </a:t>
            </a:r>
            <a:r>
              <a:rPr lang="fi-FI" dirty="0" err="1"/>
              <a:t>point</a:t>
            </a:r>
            <a:r>
              <a:rPr lang="fi-FI" dirty="0"/>
              <a:t>: </a:t>
            </a:r>
            <a:r>
              <a:rPr lang="fi-FI" dirty="0" err="1"/>
              <a:t>Jamf</a:t>
            </a:r>
            <a:r>
              <a:rPr lang="fi-FI" dirty="0"/>
              <a:t> Connect) </a:t>
            </a:r>
            <a:r>
              <a:rPr lang="fi-FI" dirty="0" err="1"/>
              <a:t>does</a:t>
            </a:r>
            <a:r>
              <a:rPr lang="fi-FI" dirty="0"/>
              <a:t> </a:t>
            </a:r>
            <a:r>
              <a:rPr lang="fi-FI" dirty="0" err="1"/>
              <a:t>not</a:t>
            </a:r>
            <a:r>
              <a:rPr lang="fi-FI" dirty="0"/>
              <a:t> </a:t>
            </a:r>
            <a:r>
              <a:rPr lang="fi-FI" dirty="0" err="1"/>
              <a:t>support</a:t>
            </a:r>
            <a:r>
              <a:rPr lang="fi-FI" dirty="0"/>
              <a:t> </a:t>
            </a:r>
            <a:r>
              <a:rPr lang="fi-FI" dirty="0" err="1"/>
              <a:t>device</a:t>
            </a:r>
            <a:r>
              <a:rPr lang="fi-FI" dirty="0"/>
              <a:t> </a:t>
            </a:r>
            <a:r>
              <a:rPr lang="fi-FI" dirty="0" err="1"/>
              <a:t>compliance</a:t>
            </a:r>
            <a:r>
              <a:rPr lang="fi-FI" dirty="0"/>
              <a:t> and </a:t>
            </a:r>
            <a:r>
              <a:rPr lang="fi-FI" dirty="0" err="1"/>
              <a:t>needs</a:t>
            </a:r>
            <a:r>
              <a:rPr lang="fi-FI" dirty="0"/>
              <a:t> to </a:t>
            </a:r>
            <a:r>
              <a:rPr lang="fi-FI" dirty="0" err="1"/>
              <a:t>be</a:t>
            </a:r>
            <a:r>
              <a:rPr lang="fi-FI" dirty="0"/>
              <a:t> </a:t>
            </a:r>
            <a:r>
              <a:rPr lang="fi-FI" dirty="0" err="1"/>
              <a:t>excluded</a:t>
            </a:r>
            <a:r>
              <a:rPr lang="fi-FI" dirty="0"/>
              <a:t> </a:t>
            </a:r>
            <a:r>
              <a:rPr lang="fi-FI" dirty="0" err="1"/>
              <a:t>from</a:t>
            </a:r>
            <a:r>
              <a:rPr lang="fi-FI" dirty="0"/>
              <a:t> </a:t>
            </a:r>
            <a:r>
              <a:rPr lang="fi-FI" dirty="0" err="1"/>
              <a:t>policy</a:t>
            </a:r>
            <a:endParaRPr lang="fi-FI" dirty="0"/>
          </a:p>
          <a:p>
            <a:pPr marL="0" indent="0">
              <a:buNone/>
            </a:pPr>
            <a:r>
              <a:rPr lang="fi-FI" dirty="0"/>
              <a:t>Application is </a:t>
            </a:r>
            <a:r>
              <a:rPr lang="fi-FI" dirty="0" err="1"/>
              <a:t>not</a:t>
            </a:r>
            <a:r>
              <a:rPr lang="fi-FI" dirty="0"/>
              <a:t> </a:t>
            </a:r>
            <a:r>
              <a:rPr lang="fi-FI" dirty="0" err="1"/>
              <a:t>available</a:t>
            </a:r>
            <a:r>
              <a:rPr lang="fi-FI" dirty="0"/>
              <a:t> in CA </a:t>
            </a:r>
            <a:r>
              <a:rPr lang="fi-FI" dirty="0" err="1"/>
              <a:t>Policy</a:t>
            </a:r>
            <a:r>
              <a:rPr lang="fi-FI" dirty="0"/>
              <a:t> </a:t>
            </a:r>
            <a:r>
              <a:rPr lang="fi-FI" dirty="0" err="1"/>
              <a:t>application</a:t>
            </a:r>
            <a:r>
              <a:rPr lang="fi-FI" dirty="0"/>
              <a:t> </a:t>
            </a:r>
            <a:r>
              <a:rPr lang="fi-FI" dirty="0" err="1"/>
              <a:t>list</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a:xfrm>
            <a:off x="4654802" y="1224000"/>
            <a:ext cx="4123438" cy="3263504"/>
          </a:xfrm>
        </p:spPr>
        <p:txBody>
          <a:bodyPr/>
          <a:lstStyle/>
          <a:p>
            <a:pPr marL="0" indent="0">
              <a:buNone/>
            </a:pPr>
            <a:r>
              <a:rPr lang="fi-FI" dirty="0" err="1"/>
              <a:t>Solution</a:t>
            </a:r>
            <a:endParaRPr lang="fi-FI" dirty="0"/>
          </a:p>
          <a:p>
            <a:pPr marL="0" indent="0">
              <a:buNone/>
            </a:pPr>
            <a:endParaRPr lang="fi-FI" dirty="0"/>
          </a:p>
          <a:p>
            <a:pPr marL="0" indent="0">
              <a:buNone/>
            </a:pPr>
            <a:r>
              <a:rPr lang="fi-FI" dirty="0" err="1"/>
              <a:t>Create</a:t>
            </a:r>
            <a:r>
              <a:rPr lang="fi-FI" dirty="0"/>
              <a:t> </a:t>
            </a:r>
            <a:r>
              <a:rPr lang="fi-FI" dirty="0" err="1"/>
              <a:t>custom</a:t>
            </a:r>
            <a:r>
              <a:rPr lang="fi-FI" dirty="0"/>
              <a:t> </a:t>
            </a:r>
            <a:r>
              <a:rPr lang="fi-FI" dirty="0" err="1"/>
              <a:t>security</a:t>
            </a:r>
            <a:r>
              <a:rPr lang="fi-FI" dirty="0"/>
              <a:t> </a:t>
            </a:r>
            <a:r>
              <a:rPr lang="fi-FI" dirty="0" err="1"/>
              <a:t>attribute</a:t>
            </a:r>
            <a:r>
              <a:rPr lang="fi-FI" dirty="0"/>
              <a:t> and </a:t>
            </a:r>
            <a:r>
              <a:rPr lang="fi-FI" dirty="0" err="1"/>
              <a:t>assign</a:t>
            </a:r>
            <a:r>
              <a:rPr lang="fi-FI" dirty="0"/>
              <a:t> it to </a:t>
            </a:r>
            <a:r>
              <a:rPr lang="fi-FI" dirty="0" err="1"/>
              <a:t>application</a:t>
            </a:r>
            <a:r>
              <a:rPr lang="fi-FI" dirty="0"/>
              <a:t> in </a:t>
            </a:r>
            <a:r>
              <a:rPr lang="fi-FI" dirty="0" err="1"/>
              <a:t>Entra</a:t>
            </a:r>
            <a:r>
              <a:rPr lang="fi-FI" dirty="0"/>
              <a:t>. </a:t>
            </a:r>
            <a:r>
              <a:rPr lang="fi-FI" dirty="0" err="1"/>
              <a:t>Filter</a:t>
            </a:r>
            <a:r>
              <a:rPr lang="fi-FI" dirty="0"/>
              <a:t> CA </a:t>
            </a:r>
            <a:r>
              <a:rPr lang="fi-FI" dirty="0" err="1"/>
              <a:t>Policy</a:t>
            </a:r>
            <a:r>
              <a:rPr lang="fi-FI" dirty="0"/>
              <a:t> </a:t>
            </a:r>
            <a:r>
              <a:rPr lang="fi-FI" dirty="0" err="1"/>
              <a:t>targeting</a:t>
            </a:r>
            <a:r>
              <a:rPr lang="fi-FI" dirty="0"/>
              <a:t> </a:t>
            </a:r>
            <a:r>
              <a:rPr lang="fi-FI" dirty="0" err="1"/>
              <a:t>based</a:t>
            </a:r>
            <a:r>
              <a:rPr lang="fi-FI" dirty="0"/>
              <a:t> on </a:t>
            </a:r>
            <a:r>
              <a:rPr lang="fi-FI" dirty="0" err="1"/>
              <a:t>that</a:t>
            </a:r>
            <a:r>
              <a:rPr lang="fi-FI" dirty="0"/>
              <a:t> </a:t>
            </a:r>
            <a:r>
              <a:rPr lang="fi-FI" dirty="0" err="1"/>
              <a:t>attribute</a:t>
            </a:r>
            <a:endParaRPr lang="fi-FI" dirty="0"/>
          </a:p>
          <a:p>
            <a:pPr marL="0" indent="0">
              <a:buNone/>
            </a:pPr>
            <a:endParaRPr lang="fi-FI" dirty="0"/>
          </a:p>
        </p:txBody>
      </p:sp>
      <p:pic>
        <p:nvPicPr>
          <p:cNvPr id="1026" name="Picture 2">
            <a:extLst>
              <a:ext uri="{FF2B5EF4-FFF2-40B4-BE49-F238E27FC236}">
                <a16:creationId xmlns:a16="http://schemas.microsoft.com/office/drawing/2014/main" id="{DBD46764-7FD3-BFB4-F243-05C1365E3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9199" y="3357621"/>
            <a:ext cx="3695700" cy="1658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510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a:t>Windows </a:t>
            </a:r>
            <a:r>
              <a:rPr lang="fi-FI" dirty="0" err="1"/>
              <a:t>Hello</a:t>
            </a:r>
            <a:r>
              <a:rPr lang="fi-FI" dirty="0"/>
              <a:t> for Business</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err="1"/>
              <a:t>Sign</a:t>
            </a:r>
            <a:r>
              <a:rPr lang="fi-FI" dirty="0"/>
              <a:t>-in </a:t>
            </a:r>
            <a:r>
              <a:rPr lang="fi-FI" dirty="0" err="1"/>
              <a:t>frequency</a:t>
            </a:r>
            <a:r>
              <a:rPr lang="fi-FI" dirty="0"/>
              <a:t> </a:t>
            </a:r>
            <a:r>
              <a:rPr lang="fi-FI" dirty="0" err="1"/>
              <a:t>does</a:t>
            </a:r>
            <a:r>
              <a:rPr lang="fi-FI" dirty="0"/>
              <a:t> </a:t>
            </a:r>
            <a:r>
              <a:rPr lang="fi-FI" dirty="0" err="1"/>
              <a:t>not</a:t>
            </a:r>
            <a:r>
              <a:rPr lang="fi-FI" dirty="0"/>
              <a:t> </a:t>
            </a:r>
            <a:r>
              <a:rPr lang="fi-FI" dirty="0" err="1"/>
              <a:t>have</a:t>
            </a:r>
            <a:r>
              <a:rPr lang="fi-FI" dirty="0"/>
              <a:t> </a:t>
            </a:r>
            <a:r>
              <a:rPr lang="fi-FI" dirty="0" err="1"/>
              <a:t>the</a:t>
            </a:r>
            <a:r>
              <a:rPr lang="fi-FI" dirty="0"/>
              <a:t> </a:t>
            </a:r>
            <a:r>
              <a:rPr lang="fi-FI" dirty="0" err="1"/>
              <a:t>desired</a:t>
            </a:r>
            <a:r>
              <a:rPr lang="fi-FI" dirty="0"/>
              <a:t> </a:t>
            </a:r>
            <a:r>
              <a:rPr lang="fi-FI" dirty="0" err="1"/>
              <a:t>effect</a:t>
            </a:r>
            <a:r>
              <a:rPr lang="fi-FI" dirty="0"/>
              <a:t> </a:t>
            </a:r>
            <a:r>
              <a:rPr lang="fi-FI" dirty="0" err="1"/>
              <a:t>when</a:t>
            </a:r>
            <a:r>
              <a:rPr lang="fi-FI" dirty="0"/>
              <a:t> </a:t>
            </a:r>
            <a:r>
              <a:rPr lang="fi-FI" dirty="0" err="1"/>
              <a:t>user</a:t>
            </a:r>
            <a:r>
              <a:rPr lang="fi-FI" dirty="0"/>
              <a:t> </a:t>
            </a:r>
            <a:r>
              <a:rPr lang="fi-FI" dirty="0" err="1"/>
              <a:t>has</a:t>
            </a:r>
            <a:r>
              <a:rPr lang="fi-FI" dirty="0"/>
              <a:t> </a:t>
            </a:r>
            <a:r>
              <a:rPr lang="fi-FI" dirty="0" err="1"/>
              <a:t>authenticated</a:t>
            </a:r>
            <a:r>
              <a:rPr lang="fi-FI" dirty="0"/>
              <a:t> to </a:t>
            </a:r>
            <a:r>
              <a:rPr lang="fi-FI" dirty="0" err="1"/>
              <a:t>device</a:t>
            </a:r>
            <a:r>
              <a:rPr lang="fi-FI" dirty="0"/>
              <a:t> </a:t>
            </a:r>
            <a:r>
              <a:rPr lang="fi-FI" dirty="0" err="1"/>
              <a:t>with</a:t>
            </a:r>
            <a:r>
              <a:rPr lang="fi-FI" dirty="0"/>
              <a:t> </a:t>
            </a:r>
            <a:r>
              <a:rPr lang="fi-FI" dirty="0" err="1"/>
              <a:t>WHfB</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err="1"/>
              <a:t>This</a:t>
            </a:r>
            <a:r>
              <a:rPr lang="fi-FI" dirty="0"/>
              <a:t> is </a:t>
            </a:r>
            <a:r>
              <a:rPr lang="fi-FI" dirty="0" err="1"/>
              <a:t>because</a:t>
            </a:r>
            <a:r>
              <a:rPr lang="fi-FI" dirty="0"/>
              <a:t> </a:t>
            </a:r>
            <a:r>
              <a:rPr lang="fi-FI" dirty="0" err="1"/>
              <a:t>WHfB</a:t>
            </a:r>
            <a:r>
              <a:rPr lang="fi-FI" dirty="0"/>
              <a:t> is </a:t>
            </a:r>
            <a:r>
              <a:rPr lang="fi-FI" dirty="0" err="1"/>
              <a:t>considered</a:t>
            </a:r>
            <a:r>
              <a:rPr lang="fi-FI" dirty="0"/>
              <a:t> as </a:t>
            </a:r>
            <a:r>
              <a:rPr lang="fi-FI" dirty="0" err="1"/>
              <a:t>strong</a:t>
            </a:r>
            <a:r>
              <a:rPr lang="fi-FI" dirty="0"/>
              <a:t> (and </a:t>
            </a:r>
            <a:r>
              <a:rPr lang="fi-FI" dirty="0" err="1"/>
              <a:t>phishing</a:t>
            </a:r>
            <a:r>
              <a:rPr lang="fi-FI" dirty="0"/>
              <a:t> </a:t>
            </a:r>
            <a:r>
              <a:rPr lang="fi-FI" dirty="0" err="1"/>
              <a:t>resistant</a:t>
            </a:r>
            <a:r>
              <a:rPr lang="fi-FI" dirty="0"/>
              <a:t>) </a:t>
            </a:r>
            <a:r>
              <a:rPr lang="fi-FI" dirty="0" err="1"/>
              <a:t>authentication</a:t>
            </a:r>
            <a:r>
              <a:rPr lang="fi-FI" dirty="0"/>
              <a:t> and </a:t>
            </a:r>
            <a:r>
              <a:rPr lang="fi-FI" dirty="0" err="1"/>
              <a:t>therefore</a:t>
            </a:r>
            <a:r>
              <a:rPr lang="fi-FI" dirty="0"/>
              <a:t> no </a:t>
            </a:r>
            <a:r>
              <a:rPr lang="fi-FI" dirty="0" err="1"/>
              <a:t>separate</a:t>
            </a:r>
            <a:r>
              <a:rPr lang="fi-FI" dirty="0"/>
              <a:t> MFA </a:t>
            </a:r>
            <a:r>
              <a:rPr lang="fi-FI" dirty="0" err="1"/>
              <a:t>request</a:t>
            </a:r>
            <a:r>
              <a:rPr lang="fi-FI" dirty="0"/>
              <a:t> is </a:t>
            </a:r>
            <a:r>
              <a:rPr lang="fi-FI" dirty="0" err="1"/>
              <a:t>not</a:t>
            </a:r>
            <a:r>
              <a:rPr lang="fi-FI" dirty="0"/>
              <a:t> </a:t>
            </a:r>
            <a:r>
              <a:rPr lang="fi-FI" dirty="0" err="1"/>
              <a:t>applied</a:t>
            </a:r>
            <a:r>
              <a:rPr lang="fi-FI" dirty="0"/>
              <a:t>.</a:t>
            </a:r>
            <a:endParaRPr lang="en-FI" dirty="0"/>
          </a:p>
        </p:txBody>
      </p:sp>
    </p:spTree>
    <p:extLst>
      <p:ext uri="{BB962C8B-B14F-4D97-AF65-F5344CB8AC3E}">
        <p14:creationId xmlns:p14="http://schemas.microsoft.com/office/powerpoint/2010/main" val="3986435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Sign</a:t>
            </a:r>
            <a:r>
              <a:rPr lang="fi-FI" dirty="0"/>
              <a:t>-in </a:t>
            </a:r>
            <a:r>
              <a:rPr lang="fi-FI" dirty="0" err="1"/>
              <a:t>frequency</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a:t>Even SSO </a:t>
            </a:r>
            <a:r>
              <a:rPr lang="fi-FI" dirty="0" err="1"/>
              <a:t>sessions</a:t>
            </a:r>
            <a:r>
              <a:rPr lang="fi-FI" dirty="0"/>
              <a:t> and </a:t>
            </a:r>
            <a:r>
              <a:rPr lang="fi-FI" dirty="0" err="1"/>
              <a:t>policies</a:t>
            </a:r>
            <a:r>
              <a:rPr lang="fi-FI" dirty="0"/>
              <a:t> </a:t>
            </a:r>
            <a:r>
              <a:rPr lang="fi-FI" dirty="0" err="1"/>
              <a:t>without</a:t>
            </a:r>
            <a:r>
              <a:rPr lang="fi-FI" dirty="0"/>
              <a:t> MFA </a:t>
            </a:r>
            <a:r>
              <a:rPr lang="fi-FI" dirty="0" err="1"/>
              <a:t>request</a:t>
            </a:r>
            <a:r>
              <a:rPr lang="fi-FI" dirty="0"/>
              <a:t> </a:t>
            </a:r>
            <a:r>
              <a:rPr lang="fi-FI" dirty="0" err="1"/>
              <a:t>ask</a:t>
            </a:r>
            <a:r>
              <a:rPr lang="fi-FI" dirty="0"/>
              <a:t> for MFA</a:t>
            </a:r>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a:t>Target </a:t>
            </a:r>
            <a:r>
              <a:rPr lang="fi-FI" dirty="0" err="1"/>
              <a:t>Sign</a:t>
            </a:r>
            <a:r>
              <a:rPr lang="fi-FI" dirty="0"/>
              <a:t>-in </a:t>
            </a:r>
            <a:r>
              <a:rPr lang="fi-FI" dirty="0" err="1"/>
              <a:t>frequency</a:t>
            </a:r>
            <a:r>
              <a:rPr lang="fi-FI" dirty="0"/>
              <a:t> </a:t>
            </a:r>
            <a:r>
              <a:rPr lang="fi-FI" dirty="0" err="1"/>
              <a:t>setting</a:t>
            </a:r>
            <a:r>
              <a:rPr lang="fi-FI" dirty="0"/>
              <a:t> </a:t>
            </a:r>
            <a:r>
              <a:rPr lang="fi-FI" dirty="0" err="1"/>
              <a:t>only</a:t>
            </a:r>
            <a:r>
              <a:rPr lang="fi-FI" dirty="0"/>
              <a:t> to </a:t>
            </a:r>
            <a:r>
              <a:rPr lang="fi-FI" dirty="0" err="1"/>
              <a:t>Admin</a:t>
            </a:r>
            <a:r>
              <a:rPr lang="fi-FI" dirty="0"/>
              <a:t> </a:t>
            </a:r>
            <a:r>
              <a:rPr lang="fi-FI" dirty="0" err="1"/>
              <a:t>users</a:t>
            </a:r>
            <a:r>
              <a:rPr lang="fi-FI" dirty="0"/>
              <a:t> and </a:t>
            </a:r>
            <a:r>
              <a:rPr lang="fi-FI" dirty="0" err="1"/>
              <a:t>end</a:t>
            </a:r>
            <a:r>
              <a:rPr lang="fi-FI" dirty="0"/>
              <a:t> </a:t>
            </a:r>
            <a:r>
              <a:rPr lang="fi-FI" dirty="0" err="1"/>
              <a:t>users</a:t>
            </a:r>
            <a:r>
              <a:rPr lang="fi-FI" dirty="0"/>
              <a:t> </a:t>
            </a:r>
            <a:r>
              <a:rPr lang="fi-FI" dirty="0" err="1"/>
              <a:t>with</a:t>
            </a:r>
            <a:r>
              <a:rPr lang="fi-FI" dirty="0"/>
              <a:t> </a:t>
            </a:r>
            <a:r>
              <a:rPr lang="fi-FI" dirty="0" err="1"/>
              <a:t>unknown</a:t>
            </a:r>
            <a:r>
              <a:rPr lang="fi-FI" dirty="0"/>
              <a:t> </a:t>
            </a:r>
            <a:r>
              <a:rPr lang="fi-FI" dirty="0" err="1"/>
              <a:t>devices</a:t>
            </a:r>
            <a:r>
              <a:rPr lang="fi-FI" dirty="0"/>
              <a:t>.</a:t>
            </a:r>
            <a:endParaRPr lang="en-FI" dirty="0"/>
          </a:p>
        </p:txBody>
      </p:sp>
    </p:spTree>
    <p:extLst>
      <p:ext uri="{BB962C8B-B14F-4D97-AF65-F5344CB8AC3E}">
        <p14:creationId xmlns:p14="http://schemas.microsoft.com/office/powerpoint/2010/main" val="1365057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a:t>IPv6</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a:t>Service </a:t>
            </a:r>
            <a:r>
              <a:rPr lang="fi-FI" dirty="0" err="1"/>
              <a:t>account</a:t>
            </a:r>
            <a:r>
              <a:rPr lang="fi-FI" dirty="0"/>
              <a:t> is </a:t>
            </a:r>
            <a:r>
              <a:rPr lang="fi-FI" dirty="0" err="1"/>
              <a:t>accessing</a:t>
            </a:r>
            <a:r>
              <a:rPr lang="fi-FI" dirty="0"/>
              <a:t> </a:t>
            </a:r>
            <a:r>
              <a:rPr lang="fi-FI" dirty="0" err="1"/>
              <a:t>Entra</a:t>
            </a:r>
            <a:r>
              <a:rPr lang="fi-FI" dirty="0"/>
              <a:t> </a:t>
            </a:r>
            <a:r>
              <a:rPr lang="fi-FI" dirty="0" err="1"/>
              <a:t>from</a:t>
            </a:r>
            <a:r>
              <a:rPr lang="fi-FI" dirty="0"/>
              <a:t> </a:t>
            </a:r>
            <a:r>
              <a:rPr lang="fi-FI" dirty="0" err="1"/>
              <a:t>trusted</a:t>
            </a:r>
            <a:r>
              <a:rPr lang="fi-FI" dirty="0"/>
              <a:t> </a:t>
            </a:r>
            <a:r>
              <a:rPr lang="fi-FI" dirty="0" err="1"/>
              <a:t>network</a:t>
            </a:r>
            <a:r>
              <a:rPr lang="fi-FI" dirty="0"/>
              <a:t>, </a:t>
            </a:r>
            <a:r>
              <a:rPr lang="fi-FI" dirty="0" err="1"/>
              <a:t>but</a:t>
            </a:r>
            <a:r>
              <a:rPr lang="fi-FI" dirty="0"/>
              <a:t> </a:t>
            </a:r>
            <a:r>
              <a:rPr lang="fi-FI" dirty="0" err="1"/>
              <a:t>uses</a:t>
            </a:r>
            <a:r>
              <a:rPr lang="fi-FI" dirty="0"/>
              <a:t> IPv6 </a:t>
            </a:r>
            <a:r>
              <a:rPr lang="fi-FI" dirty="0" err="1"/>
              <a:t>address</a:t>
            </a:r>
            <a:r>
              <a:rPr lang="fi-FI" dirty="0"/>
              <a:t> and </a:t>
            </a:r>
            <a:r>
              <a:rPr lang="fi-FI" dirty="0" err="1"/>
              <a:t>therefore</a:t>
            </a:r>
            <a:r>
              <a:rPr lang="fi-FI" dirty="0"/>
              <a:t> is </a:t>
            </a:r>
            <a:r>
              <a:rPr lang="fi-FI" dirty="0" err="1"/>
              <a:t>not</a:t>
            </a:r>
            <a:r>
              <a:rPr lang="fi-FI" dirty="0"/>
              <a:t> </a:t>
            </a:r>
            <a:r>
              <a:rPr lang="fi-FI" dirty="0" err="1"/>
              <a:t>identified</a:t>
            </a:r>
            <a:r>
              <a:rPr lang="fi-FI" dirty="0"/>
              <a:t> </a:t>
            </a:r>
            <a:r>
              <a:rPr lang="fi-FI" dirty="0" err="1"/>
              <a:t>correctly</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a:t>If </a:t>
            </a:r>
            <a:r>
              <a:rPr lang="fi-FI" dirty="0" err="1"/>
              <a:t>possible</a:t>
            </a:r>
            <a:r>
              <a:rPr lang="fi-FI" dirty="0"/>
              <a:t> </a:t>
            </a:r>
            <a:r>
              <a:rPr lang="fi-FI" dirty="0" err="1"/>
              <a:t>change</a:t>
            </a:r>
            <a:r>
              <a:rPr lang="fi-FI" dirty="0"/>
              <a:t> </a:t>
            </a:r>
            <a:r>
              <a:rPr lang="fi-FI" dirty="0" err="1"/>
              <a:t>the</a:t>
            </a:r>
            <a:r>
              <a:rPr lang="fi-FI" dirty="0"/>
              <a:t> IPv6 </a:t>
            </a:r>
            <a:r>
              <a:rPr lang="fi-FI" dirty="0" err="1"/>
              <a:t>address</a:t>
            </a:r>
            <a:r>
              <a:rPr lang="fi-FI" dirty="0"/>
              <a:t> to IPv4 on </a:t>
            </a:r>
            <a:r>
              <a:rPr lang="fi-FI" dirty="0" err="1"/>
              <a:t>the</a:t>
            </a:r>
            <a:r>
              <a:rPr lang="fi-FI" dirty="0"/>
              <a:t> </a:t>
            </a:r>
            <a:r>
              <a:rPr lang="fi-FI" dirty="0" err="1"/>
              <a:t>server</a:t>
            </a:r>
            <a:r>
              <a:rPr lang="fi-FI" dirty="0"/>
              <a:t> and </a:t>
            </a:r>
            <a:r>
              <a:rPr lang="fi-FI" dirty="0" err="1"/>
              <a:t>check</a:t>
            </a:r>
            <a:r>
              <a:rPr lang="fi-FI" dirty="0"/>
              <a:t> </a:t>
            </a:r>
            <a:r>
              <a:rPr lang="fi-FI" dirty="0" err="1"/>
              <a:t>that</a:t>
            </a:r>
            <a:r>
              <a:rPr lang="fi-FI" dirty="0"/>
              <a:t> </a:t>
            </a:r>
            <a:r>
              <a:rPr lang="fi-FI" dirty="0" err="1"/>
              <a:t>location</a:t>
            </a:r>
            <a:r>
              <a:rPr lang="fi-FI" dirty="0"/>
              <a:t> is </a:t>
            </a:r>
            <a:r>
              <a:rPr lang="fi-FI" dirty="0" err="1"/>
              <a:t>showing</a:t>
            </a:r>
            <a:r>
              <a:rPr lang="fi-FI" dirty="0"/>
              <a:t> </a:t>
            </a:r>
            <a:r>
              <a:rPr lang="fi-FI" dirty="0" err="1"/>
              <a:t>correctly</a:t>
            </a:r>
            <a:r>
              <a:rPr lang="fi-FI" dirty="0"/>
              <a:t> in </a:t>
            </a:r>
            <a:r>
              <a:rPr lang="fi-FI" dirty="0" err="1"/>
              <a:t>Entra</a:t>
            </a:r>
            <a:r>
              <a:rPr lang="fi-FI" dirty="0"/>
              <a:t> </a:t>
            </a:r>
            <a:r>
              <a:rPr lang="fi-FI" dirty="0" err="1"/>
              <a:t>Sign</a:t>
            </a:r>
            <a:r>
              <a:rPr lang="fi-FI" dirty="0"/>
              <a:t>-in </a:t>
            </a:r>
            <a:r>
              <a:rPr lang="fi-FI" dirty="0" err="1"/>
              <a:t>logs</a:t>
            </a:r>
            <a:r>
              <a:rPr lang="fi-FI" dirty="0"/>
              <a:t>.</a:t>
            </a:r>
            <a:endParaRPr lang="en-FI" dirty="0"/>
          </a:p>
        </p:txBody>
      </p:sp>
    </p:spTree>
    <p:extLst>
      <p:ext uri="{BB962C8B-B14F-4D97-AF65-F5344CB8AC3E}">
        <p14:creationId xmlns:p14="http://schemas.microsoft.com/office/powerpoint/2010/main" val="1159394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Test</a:t>
            </a:r>
            <a:r>
              <a:rPr lang="fi-FI" dirty="0"/>
              <a:t> </a:t>
            </a:r>
            <a:r>
              <a:rPr lang="fi-FI" dirty="0" err="1"/>
              <a:t>Accounts</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err="1"/>
              <a:t>Test</a:t>
            </a:r>
            <a:r>
              <a:rPr lang="fi-FI" dirty="0"/>
              <a:t> </a:t>
            </a:r>
            <a:r>
              <a:rPr lang="fi-FI" dirty="0" err="1"/>
              <a:t>accounts</a:t>
            </a:r>
            <a:r>
              <a:rPr lang="fi-FI" dirty="0"/>
              <a:t> </a:t>
            </a:r>
            <a:r>
              <a:rPr lang="fi-FI" dirty="0" err="1"/>
              <a:t>hit</a:t>
            </a:r>
            <a:r>
              <a:rPr lang="fi-FI" dirty="0"/>
              <a:t> ”</a:t>
            </a:r>
            <a:r>
              <a:rPr lang="fi-FI" dirty="0" err="1"/>
              <a:t>CatchEmAll</a:t>
            </a:r>
            <a:r>
              <a:rPr lang="fi-FI" dirty="0"/>
              <a:t>” </a:t>
            </a:r>
            <a:r>
              <a:rPr lang="fi-FI" dirty="0" err="1"/>
              <a:t>policy</a:t>
            </a:r>
            <a:r>
              <a:rPr lang="fi-FI" dirty="0"/>
              <a:t> and </a:t>
            </a:r>
            <a:r>
              <a:rPr lang="fi-FI" dirty="0" err="1"/>
              <a:t>are</a:t>
            </a:r>
            <a:r>
              <a:rPr lang="fi-FI" dirty="0"/>
              <a:t> </a:t>
            </a:r>
            <a:r>
              <a:rPr lang="fi-FI" dirty="0" err="1"/>
              <a:t>blocked</a:t>
            </a:r>
            <a:r>
              <a:rPr lang="fi-FI" dirty="0"/>
              <a:t> </a:t>
            </a:r>
            <a:r>
              <a:rPr lang="fi-FI" dirty="0" err="1"/>
              <a:t>from</a:t>
            </a:r>
            <a:r>
              <a:rPr lang="fi-FI" dirty="0"/>
              <a:t> </a:t>
            </a:r>
            <a:r>
              <a:rPr lang="fi-FI" dirty="0" err="1"/>
              <a:t>signing</a:t>
            </a:r>
            <a:r>
              <a:rPr lang="fi-FI" dirty="0"/>
              <a:t> in.</a:t>
            </a:r>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err="1"/>
              <a:t>Create</a:t>
            </a:r>
            <a:r>
              <a:rPr lang="fi-FI" dirty="0"/>
              <a:t> </a:t>
            </a:r>
            <a:r>
              <a:rPr lang="fi-FI" dirty="0" err="1"/>
              <a:t>separate</a:t>
            </a:r>
            <a:r>
              <a:rPr lang="fi-FI" dirty="0"/>
              <a:t> persona and </a:t>
            </a:r>
            <a:r>
              <a:rPr lang="fi-FI" dirty="0" err="1"/>
              <a:t>target</a:t>
            </a:r>
            <a:r>
              <a:rPr lang="fi-FI" dirty="0"/>
              <a:t> </a:t>
            </a:r>
            <a:r>
              <a:rPr lang="fi-FI" dirty="0" err="1"/>
              <a:t>group</a:t>
            </a:r>
            <a:r>
              <a:rPr lang="fi-FI" dirty="0"/>
              <a:t> for </a:t>
            </a:r>
            <a:r>
              <a:rPr lang="fi-FI" dirty="0" err="1"/>
              <a:t>Test</a:t>
            </a:r>
            <a:r>
              <a:rPr lang="fi-FI" dirty="0"/>
              <a:t> </a:t>
            </a:r>
            <a:r>
              <a:rPr lang="fi-FI" dirty="0" err="1"/>
              <a:t>accounts</a:t>
            </a:r>
            <a:r>
              <a:rPr lang="fi-FI" dirty="0"/>
              <a:t> as </a:t>
            </a:r>
            <a:r>
              <a:rPr lang="fi-FI" dirty="0" err="1"/>
              <a:t>well</a:t>
            </a:r>
            <a:r>
              <a:rPr lang="fi-FI" dirty="0"/>
              <a:t> to </a:t>
            </a:r>
            <a:r>
              <a:rPr lang="fi-FI" dirty="0" err="1"/>
              <a:t>get</a:t>
            </a:r>
            <a:r>
              <a:rPr lang="fi-FI" dirty="0"/>
              <a:t> </a:t>
            </a:r>
            <a:r>
              <a:rPr lang="fi-FI" dirty="0" err="1"/>
              <a:t>them</a:t>
            </a:r>
            <a:r>
              <a:rPr lang="fi-FI" dirty="0"/>
              <a:t> </a:t>
            </a:r>
            <a:r>
              <a:rPr lang="fi-FI" dirty="0" err="1"/>
              <a:t>included</a:t>
            </a:r>
            <a:r>
              <a:rPr lang="fi-FI" dirty="0"/>
              <a:t> in CA </a:t>
            </a:r>
            <a:r>
              <a:rPr lang="fi-FI" dirty="0" err="1"/>
              <a:t>policies</a:t>
            </a:r>
            <a:r>
              <a:rPr lang="fi-FI" dirty="0"/>
              <a:t> and </a:t>
            </a:r>
            <a:r>
              <a:rPr lang="fi-FI" dirty="0" err="1"/>
              <a:t>excluded</a:t>
            </a:r>
            <a:r>
              <a:rPr lang="fi-FI" dirty="0"/>
              <a:t> </a:t>
            </a:r>
            <a:r>
              <a:rPr lang="fi-FI" dirty="0" err="1"/>
              <a:t>from</a:t>
            </a:r>
            <a:r>
              <a:rPr lang="fi-FI" dirty="0"/>
              <a:t> </a:t>
            </a:r>
            <a:r>
              <a:rPr lang="fi-FI" dirty="0" err="1"/>
              <a:t>CatchEmAll</a:t>
            </a:r>
            <a:endParaRPr lang="en-FI" dirty="0"/>
          </a:p>
        </p:txBody>
      </p:sp>
    </p:spTree>
    <p:extLst>
      <p:ext uri="{BB962C8B-B14F-4D97-AF65-F5344CB8AC3E}">
        <p14:creationId xmlns:p14="http://schemas.microsoft.com/office/powerpoint/2010/main" val="222139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Missing</a:t>
            </a:r>
            <a:r>
              <a:rPr lang="fi-FI" dirty="0"/>
              <a:t> Device ID</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a:t>Device ID </a:t>
            </a:r>
            <a:r>
              <a:rPr lang="fi-FI" dirty="0" err="1"/>
              <a:t>missing</a:t>
            </a:r>
            <a:r>
              <a:rPr lang="fi-FI" dirty="0"/>
              <a:t> </a:t>
            </a:r>
            <a:r>
              <a:rPr lang="fi-FI" dirty="0" err="1"/>
              <a:t>from</a:t>
            </a:r>
            <a:r>
              <a:rPr lang="fi-FI" dirty="0"/>
              <a:t> </a:t>
            </a:r>
            <a:r>
              <a:rPr lang="fi-FI" dirty="0" err="1"/>
              <a:t>authentication</a:t>
            </a:r>
            <a:r>
              <a:rPr lang="fi-FI" dirty="0"/>
              <a:t> </a:t>
            </a:r>
            <a:r>
              <a:rPr lang="fi-FI" dirty="0" err="1"/>
              <a:t>claim</a:t>
            </a:r>
            <a:r>
              <a:rPr lang="fi-FI" dirty="0"/>
              <a:t> -&gt; </a:t>
            </a:r>
            <a:r>
              <a:rPr lang="fi-FI" dirty="0" err="1"/>
              <a:t>device</a:t>
            </a:r>
            <a:r>
              <a:rPr lang="fi-FI" dirty="0"/>
              <a:t> </a:t>
            </a:r>
            <a:r>
              <a:rPr lang="fi-FI" dirty="0" err="1"/>
              <a:t>identified</a:t>
            </a:r>
            <a:r>
              <a:rPr lang="fi-FI" dirty="0"/>
              <a:t> as ”</a:t>
            </a:r>
            <a:r>
              <a:rPr lang="fi-FI" dirty="0" err="1"/>
              <a:t>not</a:t>
            </a:r>
            <a:r>
              <a:rPr lang="fi-FI" dirty="0"/>
              <a:t> </a:t>
            </a:r>
            <a:r>
              <a:rPr lang="fi-FI" dirty="0" err="1"/>
              <a:t>compliant</a:t>
            </a:r>
            <a:r>
              <a:rPr lang="fi-FI" dirty="0"/>
              <a:t>”</a:t>
            </a:r>
          </a:p>
          <a:p>
            <a:pPr marL="0" indent="0">
              <a:buNone/>
            </a:pPr>
            <a:endParaRPr lang="fi-FI" dirty="0"/>
          </a:p>
          <a:p>
            <a:pPr marL="0" indent="0">
              <a:buNone/>
            </a:pPr>
            <a:r>
              <a:rPr lang="fi-FI" dirty="0"/>
              <a:t>Some </a:t>
            </a:r>
            <a:r>
              <a:rPr lang="fi-FI" dirty="0" err="1"/>
              <a:t>legacy</a:t>
            </a:r>
            <a:r>
              <a:rPr lang="fi-FI" dirty="0"/>
              <a:t> </a:t>
            </a:r>
            <a:r>
              <a:rPr lang="fi-FI" dirty="0" err="1"/>
              <a:t>apps</a:t>
            </a:r>
            <a:r>
              <a:rPr lang="fi-FI" dirty="0"/>
              <a:t> </a:t>
            </a:r>
            <a:r>
              <a:rPr lang="fi-FI" dirty="0" err="1"/>
              <a:t>might</a:t>
            </a:r>
            <a:r>
              <a:rPr lang="fi-FI" dirty="0"/>
              <a:t> </a:t>
            </a:r>
            <a:r>
              <a:rPr lang="fi-FI" dirty="0" err="1"/>
              <a:t>not</a:t>
            </a:r>
            <a:r>
              <a:rPr lang="fi-FI" dirty="0"/>
              <a:t> </a:t>
            </a:r>
            <a:r>
              <a:rPr lang="fi-FI" dirty="0" err="1"/>
              <a:t>support</a:t>
            </a:r>
            <a:r>
              <a:rPr lang="fi-FI" dirty="0"/>
              <a:t> Device </a:t>
            </a:r>
            <a:r>
              <a:rPr lang="fi-FI" dirty="0" err="1"/>
              <a:t>compliance</a:t>
            </a:r>
            <a:r>
              <a:rPr lang="fi-FI" dirty="0"/>
              <a:t> (case in </a:t>
            </a:r>
            <a:r>
              <a:rPr lang="fi-FI" dirty="0" err="1"/>
              <a:t>point</a:t>
            </a:r>
            <a:r>
              <a:rPr lang="fi-FI" dirty="0"/>
              <a:t>: Microsoft ODBC Client)</a:t>
            </a:r>
          </a:p>
          <a:p>
            <a:pPr marL="0" indent="0">
              <a:buNone/>
            </a:pP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err="1"/>
              <a:t>Exclude</a:t>
            </a:r>
            <a:r>
              <a:rPr lang="fi-FI" dirty="0"/>
              <a:t> </a:t>
            </a:r>
            <a:r>
              <a:rPr lang="fi-FI" dirty="0" err="1"/>
              <a:t>frontend</a:t>
            </a:r>
            <a:r>
              <a:rPr lang="fi-FI" dirty="0"/>
              <a:t> </a:t>
            </a:r>
            <a:r>
              <a:rPr lang="fi-FI" dirty="0" err="1"/>
              <a:t>or</a:t>
            </a:r>
            <a:r>
              <a:rPr lang="fi-FI" dirty="0"/>
              <a:t> </a:t>
            </a:r>
            <a:r>
              <a:rPr lang="fi-FI" dirty="0" err="1"/>
              <a:t>backend</a:t>
            </a:r>
            <a:r>
              <a:rPr lang="fi-FI" dirty="0"/>
              <a:t> </a:t>
            </a:r>
            <a:r>
              <a:rPr lang="fi-FI" dirty="0" err="1"/>
              <a:t>application</a:t>
            </a:r>
            <a:r>
              <a:rPr lang="fi-FI" dirty="0"/>
              <a:t> </a:t>
            </a:r>
            <a:r>
              <a:rPr lang="fi-FI" dirty="0" err="1"/>
              <a:t>from</a:t>
            </a:r>
            <a:r>
              <a:rPr lang="fi-FI" dirty="0"/>
              <a:t> </a:t>
            </a:r>
            <a:r>
              <a:rPr lang="fi-FI" dirty="0" err="1"/>
              <a:t>policy</a:t>
            </a:r>
            <a:r>
              <a:rPr lang="fi-FI" dirty="0"/>
              <a:t> </a:t>
            </a:r>
            <a:r>
              <a:rPr lang="fi-FI" dirty="0" err="1"/>
              <a:t>that</a:t>
            </a:r>
            <a:r>
              <a:rPr lang="fi-FI" dirty="0"/>
              <a:t> </a:t>
            </a:r>
            <a:r>
              <a:rPr lang="fi-FI" dirty="0" err="1"/>
              <a:t>requires</a:t>
            </a:r>
            <a:r>
              <a:rPr lang="fi-FI" dirty="0"/>
              <a:t> </a:t>
            </a:r>
            <a:r>
              <a:rPr lang="fi-FI" dirty="0" err="1"/>
              <a:t>compliant</a:t>
            </a:r>
            <a:r>
              <a:rPr lang="fi-FI" dirty="0"/>
              <a:t> </a:t>
            </a:r>
            <a:r>
              <a:rPr lang="fi-FI" dirty="0" err="1"/>
              <a:t>or</a:t>
            </a:r>
            <a:r>
              <a:rPr lang="fi-FI" dirty="0"/>
              <a:t> </a:t>
            </a:r>
            <a:r>
              <a:rPr lang="fi-FI" dirty="0" err="1"/>
              <a:t>hybrid</a:t>
            </a:r>
            <a:r>
              <a:rPr lang="fi-FI" dirty="0"/>
              <a:t> </a:t>
            </a:r>
            <a:r>
              <a:rPr lang="fi-FI" dirty="0" err="1"/>
              <a:t>joined</a:t>
            </a:r>
            <a:r>
              <a:rPr lang="fi-FI" dirty="0"/>
              <a:t> </a:t>
            </a:r>
            <a:r>
              <a:rPr lang="fi-FI" dirty="0" err="1"/>
              <a:t>device</a:t>
            </a:r>
            <a:r>
              <a:rPr lang="fi-FI" dirty="0"/>
              <a:t>.</a:t>
            </a:r>
          </a:p>
          <a:p>
            <a:pPr marL="0" indent="0">
              <a:buNone/>
            </a:pPr>
            <a:endParaRPr lang="fi-FI" dirty="0"/>
          </a:p>
          <a:p>
            <a:pPr marL="0" indent="0">
              <a:buNone/>
            </a:pPr>
            <a:r>
              <a:rPr lang="fi-FI" dirty="0" err="1"/>
              <a:t>Configure</a:t>
            </a:r>
            <a:r>
              <a:rPr lang="fi-FI" dirty="0"/>
              <a:t> MFA </a:t>
            </a:r>
            <a:r>
              <a:rPr lang="fi-FI" dirty="0" err="1"/>
              <a:t>requirement</a:t>
            </a:r>
            <a:r>
              <a:rPr lang="fi-FI" dirty="0"/>
              <a:t> in </a:t>
            </a:r>
            <a:r>
              <a:rPr lang="fi-FI" dirty="0" err="1"/>
              <a:t>place</a:t>
            </a:r>
            <a:r>
              <a:rPr lang="fi-FI" dirty="0"/>
              <a:t> </a:t>
            </a:r>
            <a:r>
              <a:rPr lang="fi-FI" dirty="0" err="1"/>
              <a:t>if</a:t>
            </a:r>
            <a:r>
              <a:rPr lang="fi-FI" dirty="0"/>
              <a:t> </a:t>
            </a:r>
            <a:r>
              <a:rPr lang="fi-FI" dirty="0" err="1"/>
              <a:t>possible</a:t>
            </a:r>
            <a:endParaRPr lang="fi-FI" dirty="0"/>
          </a:p>
          <a:p>
            <a:pPr marL="0" indent="0">
              <a:buNone/>
            </a:pPr>
            <a:endParaRPr lang="fi-FI" dirty="0"/>
          </a:p>
          <a:p>
            <a:pPr marL="0" indent="0">
              <a:buNone/>
            </a:pPr>
            <a:endParaRPr lang="en-FI" dirty="0"/>
          </a:p>
        </p:txBody>
      </p:sp>
    </p:spTree>
    <p:extLst>
      <p:ext uri="{BB962C8B-B14F-4D97-AF65-F5344CB8AC3E}">
        <p14:creationId xmlns:p14="http://schemas.microsoft.com/office/powerpoint/2010/main" val="1391530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90A8-0CBD-4545-B8FC-FFACA6AB7C2F}"/>
              </a:ext>
            </a:extLst>
          </p:cNvPr>
          <p:cNvSpPr>
            <a:spLocks noGrp="1"/>
          </p:cNvSpPr>
          <p:nvPr>
            <p:ph type="title"/>
          </p:nvPr>
        </p:nvSpPr>
        <p:spPr/>
        <p:txBody>
          <a:bodyPr/>
          <a:lstStyle/>
          <a:p>
            <a:r>
              <a:rPr lang="fi-FI" dirty="0" err="1"/>
              <a:t>End</a:t>
            </a:r>
            <a:r>
              <a:rPr lang="fi-FI" dirty="0"/>
              <a:t> </a:t>
            </a:r>
            <a:r>
              <a:rPr lang="fi-FI" dirty="0" err="1"/>
              <a:t>Users</a:t>
            </a:r>
            <a:r>
              <a:rPr lang="fi-FI" dirty="0"/>
              <a:t> </a:t>
            </a:r>
            <a:r>
              <a:rPr lang="fi-FI" dirty="0" err="1"/>
              <a:t>with</a:t>
            </a:r>
            <a:r>
              <a:rPr lang="fi-FI" dirty="0"/>
              <a:t> </a:t>
            </a:r>
            <a:r>
              <a:rPr lang="fi-FI" dirty="0" err="1"/>
              <a:t>Admin</a:t>
            </a:r>
            <a:r>
              <a:rPr lang="fi-FI" dirty="0"/>
              <a:t> </a:t>
            </a:r>
            <a:r>
              <a:rPr lang="fi-FI" dirty="0" err="1"/>
              <a:t>roles</a:t>
            </a:r>
            <a:endParaRPr lang="en-FI" dirty="0"/>
          </a:p>
        </p:txBody>
      </p:sp>
      <p:sp>
        <p:nvSpPr>
          <p:cNvPr id="3" name="Content Placeholder 2">
            <a:extLst>
              <a:ext uri="{FF2B5EF4-FFF2-40B4-BE49-F238E27FC236}">
                <a16:creationId xmlns:a16="http://schemas.microsoft.com/office/drawing/2014/main" id="{4E44A2D4-81AC-9A40-920B-A856C62AD899}"/>
              </a:ext>
            </a:extLst>
          </p:cNvPr>
          <p:cNvSpPr>
            <a:spLocks noGrp="1"/>
          </p:cNvSpPr>
          <p:nvPr>
            <p:ph idx="1"/>
          </p:nvPr>
        </p:nvSpPr>
        <p:spPr/>
        <p:txBody>
          <a:bodyPr/>
          <a:lstStyle/>
          <a:p>
            <a:pPr marL="0" indent="0">
              <a:buNone/>
            </a:pPr>
            <a:r>
              <a:rPr lang="fi-FI" dirty="0"/>
              <a:t>Challenge</a:t>
            </a:r>
          </a:p>
          <a:p>
            <a:pPr marL="0" indent="0">
              <a:buNone/>
            </a:pPr>
            <a:endParaRPr lang="fi-FI" dirty="0"/>
          </a:p>
          <a:p>
            <a:pPr marL="0" indent="0">
              <a:buNone/>
            </a:pPr>
            <a:r>
              <a:rPr lang="fi-FI" dirty="0"/>
              <a:t>Some </a:t>
            </a:r>
            <a:r>
              <a:rPr lang="fi-FI" dirty="0" err="1"/>
              <a:t>End</a:t>
            </a:r>
            <a:r>
              <a:rPr lang="fi-FI" dirty="0"/>
              <a:t> </a:t>
            </a:r>
            <a:r>
              <a:rPr lang="fi-FI" dirty="0" err="1"/>
              <a:t>Users</a:t>
            </a:r>
            <a:r>
              <a:rPr lang="fi-FI" dirty="0"/>
              <a:t> </a:t>
            </a:r>
            <a:r>
              <a:rPr lang="fi-FI" dirty="0" err="1"/>
              <a:t>might</a:t>
            </a:r>
            <a:r>
              <a:rPr lang="fi-FI" dirty="0"/>
              <a:t> </a:t>
            </a:r>
            <a:r>
              <a:rPr lang="fi-FI" dirty="0" err="1"/>
              <a:t>have</a:t>
            </a:r>
            <a:r>
              <a:rPr lang="fi-FI" dirty="0"/>
              <a:t> </a:t>
            </a:r>
            <a:r>
              <a:rPr lang="fi-FI" dirty="0" err="1"/>
              <a:t>Admin</a:t>
            </a:r>
            <a:r>
              <a:rPr lang="fi-FI" dirty="0"/>
              <a:t> </a:t>
            </a:r>
            <a:r>
              <a:rPr lang="fi-FI" dirty="0" err="1"/>
              <a:t>roles</a:t>
            </a:r>
            <a:r>
              <a:rPr lang="fi-FI" dirty="0"/>
              <a:t> </a:t>
            </a:r>
            <a:r>
              <a:rPr lang="fi-FI" dirty="0" err="1"/>
              <a:t>assigned</a:t>
            </a:r>
            <a:r>
              <a:rPr lang="fi-FI" dirty="0"/>
              <a:t> and </a:t>
            </a:r>
            <a:r>
              <a:rPr lang="fi-FI" dirty="0" err="1"/>
              <a:t>therefore</a:t>
            </a:r>
            <a:r>
              <a:rPr lang="fi-FI" dirty="0"/>
              <a:t> </a:t>
            </a:r>
            <a:r>
              <a:rPr lang="fi-FI" dirty="0" err="1"/>
              <a:t>get</a:t>
            </a:r>
            <a:r>
              <a:rPr lang="fi-FI" dirty="0"/>
              <a:t> </a:t>
            </a:r>
            <a:r>
              <a:rPr lang="fi-FI" dirty="0" err="1"/>
              <a:t>the</a:t>
            </a:r>
            <a:r>
              <a:rPr lang="fi-FI" dirty="0"/>
              <a:t> </a:t>
            </a:r>
            <a:r>
              <a:rPr lang="fi-FI" dirty="0" err="1"/>
              <a:t>Admin</a:t>
            </a:r>
            <a:r>
              <a:rPr lang="fi-FI" dirty="0"/>
              <a:t> CA </a:t>
            </a:r>
            <a:r>
              <a:rPr lang="fi-FI" dirty="0" err="1"/>
              <a:t>policy</a:t>
            </a:r>
            <a:r>
              <a:rPr lang="fi-FI" dirty="0"/>
              <a:t> </a:t>
            </a:r>
            <a:r>
              <a:rPr lang="fi-FI" dirty="0" err="1"/>
              <a:t>effect</a:t>
            </a:r>
            <a:r>
              <a:rPr lang="fi-FI" dirty="0"/>
              <a:t> in </a:t>
            </a:r>
            <a:r>
              <a:rPr lang="fi-FI" dirty="0" err="1"/>
              <a:t>their</a:t>
            </a:r>
            <a:r>
              <a:rPr lang="fi-FI" dirty="0"/>
              <a:t> </a:t>
            </a:r>
            <a:r>
              <a:rPr lang="fi-FI" dirty="0" err="1"/>
              <a:t>regular</a:t>
            </a:r>
            <a:r>
              <a:rPr lang="fi-FI" dirty="0"/>
              <a:t> </a:t>
            </a:r>
            <a:r>
              <a:rPr lang="fi-FI" dirty="0" err="1"/>
              <a:t>use</a:t>
            </a:r>
            <a:endParaRPr lang="fi-FI" dirty="0"/>
          </a:p>
        </p:txBody>
      </p:sp>
      <p:sp>
        <p:nvSpPr>
          <p:cNvPr id="4" name="Content Placeholder 3">
            <a:extLst>
              <a:ext uri="{FF2B5EF4-FFF2-40B4-BE49-F238E27FC236}">
                <a16:creationId xmlns:a16="http://schemas.microsoft.com/office/drawing/2014/main" id="{EE9DA1D6-9EB7-ED4D-87E9-2E5D898DEC9E}"/>
              </a:ext>
            </a:extLst>
          </p:cNvPr>
          <p:cNvSpPr>
            <a:spLocks noGrp="1"/>
          </p:cNvSpPr>
          <p:nvPr>
            <p:ph idx="10"/>
          </p:nvPr>
        </p:nvSpPr>
        <p:spPr/>
        <p:txBody>
          <a:bodyPr/>
          <a:lstStyle/>
          <a:p>
            <a:pPr marL="0" indent="0">
              <a:buNone/>
            </a:pPr>
            <a:r>
              <a:rPr lang="fi-FI" dirty="0" err="1"/>
              <a:t>Solution</a:t>
            </a:r>
            <a:endParaRPr lang="fi-FI" dirty="0"/>
          </a:p>
          <a:p>
            <a:pPr marL="0" indent="0">
              <a:buNone/>
            </a:pPr>
            <a:endParaRPr lang="fi-FI" dirty="0"/>
          </a:p>
          <a:p>
            <a:pPr marL="0" indent="0">
              <a:buNone/>
            </a:pPr>
            <a:r>
              <a:rPr lang="fi-FI" dirty="0" err="1"/>
              <a:t>Admin</a:t>
            </a:r>
            <a:r>
              <a:rPr lang="fi-FI" dirty="0"/>
              <a:t> </a:t>
            </a:r>
            <a:r>
              <a:rPr lang="fi-FI" dirty="0" err="1"/>
              <a:t>roles</a:t>
            </a:r>
            <a:r>
              <a:rPr lang="fi-FI" dirty="0"/>
              <a:t> </a:t>
            </a:r>
            <a:r>
              <a:rPr lang="fi-FI" dirty="0" err="1"/>
              <a:t>should</a:t>
            </a:r>
            <a:r>
              <a:rPr lang="fi-FI" dirty="0"/>
              <a:t> </a:t>
            </a:r>
            <a:r>
              <a:rPr lang="fi-FI" dirty="0" err="1"/>
              <a:t>be</a:t>
            </a:r>
            <a:r>
              <a:rPr lang="fi-FI" dirty="0"/>
              <a:t> </a:t>
            </a:r>
            <a:r>
              <a:rPr lang="fi-FI" dirty="0" err="1"/>
              <a:t>assigned</a:t>
            </a:r>
            <a:r>
              <a:rPr lang="fi-FI" dirty="0"/>
              <a:t> </a:t>
            </a:r>
            <a:r>
              <a:rPr lang="fi-FI" dirty="0" err="1"/>
              <a:t>only</a:t>
            </a:r>
            <a:r>
              <a:rPr lang="fi-FI" dirty="0"/>
              <a:t> to </a:t>
            </a:r>
            <a:r>
              <a:rPr lang="fi-FI" dirty="0" err="1"/>
              <a:t>Admin</a:t>
            </a:r>
            <a:r>
              <a:rPr lang="fi-FI" dirty="0"/>
              <a:t> </a:t>
            </a:r>
            <a:r>
              <a:rPr lang="fi-FI" dirty="0" err="1"/>
              <a:t>accounts</a:t>
            </a:r>
            <a:r>
              <a:rPr lang="fi-FI" dirty="0"/>
              <a:t>. </a:t>
            </a:r>
          </a:p>
          <a:p>
            <a:pPr marL="0" indent="0">
              <a:buNone/>
            </a:pPr>
            <a:endParaRPr lang="fi-FI" dirty="0"/>
          </a:p>
          <a:p>
            <a:pPr marL="0" indent="0">
              <a:buNone/>
            </a:pPr>
            <a:r>
              <a:rPr lang="fi-FI" dirty="0" err="1"/>
              <a:t>Check</a:t>
            </a:r>
            <a:r>
              <a:rPr lang="fi-FI" dirty="0"/>
              <a:t> </a:t>
            </a:r>
            <a:r>
              <a:rPr lang="fi-FI" dirty="0" err="1"/>
              <a:t>Admin</a:t>
            </a:r>
            <a:r>
              <a:rPr lang="fi-FI" dirty="0"/>
              <a:t> </a:t>
            </a:r>
            <a:r>
              <a:rPr lang="fi-FI" dirty="0" err="1"/>
              <a:t>role</a:t>
            </a:r>
            <a:r>
              <a:rPr lang="fi-FI" dirty="0"/>
              <a:t> </a:t>
            </a:r>
            <a:r>
              <a:rPr lang="fi-FI" dirty="0" err="1"/>
              <a:t>assignments</a:t>
            </a:r>
            <a:r>
              <a:rPr lang="fi-FI" dirty="0"/>
              <a:t> </a:t>
            </a:r>
            <a:r>
              <a:rPr lang="fi-FI" dirty="0" err="1"/>
              <a:t>before</a:t>
            </a:r>
            <a:r>
              <a:rPr lang="fi-FI" dirty="0"/>
              <a:t> </a:t>
            </a:r>
            <a:r>
              <a:rPr lang="fi-FI" dirty="0" err="1"/>
              <a:t>deploying</a:t>
            </a:r>
            <a:r>
              <a:rPr lang="fi-FI" dirty="0"/>
              <a:t> </a:t>
            </a:r>
            <a:r>
              <a:rPr lang="fi-FI" dirty="0" err="1"/>
              <a:t>Admin</a:t>
            </a:r>
            <a:r>
              <a:rPr lang="fi-FI" dirty="0"/>
              <a:t> </a:t>
            </a:r>
            <a:r>
              <a:rPr lang="fi-FI" dirty="0" err="1"/>
              <a:t>role</a:t>
            </a:r>
            <a:r>
              <a:rPr lang="fi-FI" dirty="0"/>
              <a:t> </a:t>
            </a:r>
            <a:r>
              <a:rPr lang="fi-FI" dirty="0" err="1"/>
              <a:t>policy</a:t>
            </a:r>
            <a:endParaRPr lang="en-FI" dirty="0"/>
          </a:p>
        </p:txBody>
      </p:sp>
    </p:spTree>
    <p:extLst>
      <p:ext uri="{BB962C8B-B14F-4D97-AF65-F5344CB8AC3E}">
        <p14:creationId xmlns:p14="http://schemas.microsoft.com/office/powerpoint/2010/main" val="3999279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D9AEA3-6FFF-4DA5-E113-B71B5AE2AA5C}"/>
              </a:ext>
            </a:extLst>
          </p:cNvPr>
          <p:cNvSpPr txBox="1"/>
          <p:nvPr/>
        </p:nvSpPr>
        <p:spPr>
          <a:xfrm>
            <a:off x="1600200" y="1074420"/>
            <a:ext cx="6164580" cy="2646878"/>
          </a:xfrm>
          <a:prstGeom prst="rect">
            <a:avLst/>
          </a:prstGeom>
          <a:noFill/>
        </p:spPr>
        <p:txBody>
          <a:bodyPr wrap="square" rtlCol="0">
            <a:spAutoFit/>
          </a:bodyPr>
          <a:lstStyle/>
          <a:p>
            <a:r>
              <a:rPr lang="fi-FI" sz="16600" dirty="0"/>
              <a:t>Q &amp; A</a:t>
            </a:r>
          </a:p>
        </p:txBody>
      </p:sp>
      <p:sp>
        <p:nvSpPr>
          <p:cNvPr id="5" name="TextBox 4">
            <a:extLst>
              <a:ext uri="{FF2B5EF4-FFF2-40B4-BE49-F238E27FC236}">
                <a16:creationId xmlns:a16="http://schemas.microsoft.com/office/drawing/2014/main" id="{0CE81B32-0FAC-8BD5-B096-2B5C618DBD77}"/>
              </a:ext>
            </a:extLst>
          </p:cNvPr>
          <p:cNvSpPr txBox="1"/>
          <p:nvPr/>
        </p:nvSpPr>
        <p:spPr>
          <a:xfrm>
            <a:off x="1927860" y="4084320"/>
            <a:ext cx="6347460" cy="369332"/>
          </a:xfrm>
          <a:prstGeom prst="rect">
            <a:avLst/>
          </a:prstGeom>
          <a:noFill/>
        </p:spPr>
        <p:txBody>
          <a:bodyPr wrap="square" rtlCol="0">
            <a:spAutoFit/>
          </a:bodyPr>
          <a:lstStyle/>
          <a:p>
            <a:r>
              <a:rPr lang="fi-FI" dirty="0"/>
              <a:t>More </a:t>
            </a:r>
            <a:r>
              <a:rPr lang="fi-FI" dirty="0" err="1"/>
              <a:t>about</a:t>
            </a:r>
            <a:r>
              <a:rPr lang="fi-FI" dirty="0"/>
              <a:t> </a:t>
            </a:r>
            <a:r>
              <a:rPr lang="fi-FI" dirty="0" err="1"/>
              <a:t>the</a:t>
            </a:r>
            <a:r>
              <a:rPr lang="fi-FI" dirty="0"/>
              <a:t> </a:t>
            </a:r>
            <a:r>
              <a:rPr lang="fi-FI" dirty="0" err="1"/>
              <a:t>subject</a:t>
            </a:r>
            <a:r>
              <a:rPr lang="fi-FI" dirty="0"/>
              <a:t> </a:t>
            </a:r>
            <a:r>
              <a:rPr lang="fi-FI" dirty="0" err="1"/>
              <a:t>from</a:t>
            </a:r>
            <a:r>
              <a:rPr lang="fi-FI" dirty="0"/>
              <a:t> </a:t>
            </a:r>
            <a:r>
              <a:rPr lang="fi-FI" dirty="0" err="1"/>
              <a:t>author</a:t>
            </a:r>
            <a:r>
              <a:rPr lang="fi-FI" dirty="0"/>
              <a:t>: </a:t>
            </a:r>
            <a:r>
              <a:rPr lang="fi-FI" dirty="0" err="1"/>
              <a:t>Bloggerz.cloud</a:t>
            </a:r>
            <a:endParaRPr lang="fi-FI" dirty="0"/>
          </a:p>
        </p:txBody>
      </p:sp>
    </p:spTree>
    <p:extLst>
      <p:ext uri="{BB962C8B-B14F-4D97-AF65-F5344CB8AC3E}">
        <p14:creationId xmlns:p14="http://schemas.microsoft.com/office/powerpoint/2010/main" val="1372256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0AA5-A39C-6F44-A612-4D0B4B256D1E}"/>
              </a:ext>
            </a:extLst>
          </p:cNvPr>
          <p:cNvSpPr>
            <a:spLocks noGrp="1"/>
          </p:cNvSpPr>
          <p:nvPr>
            <p:ph type="ctrTitle"/>
          </p:nvPr>
        </p:nvSpPr>
        <p:spPr/>
        <p:txBody>
          <a:bodyPr/>
          <a:lstStyle/>
          <a:p>
            <a:endParaRPr lang="en-FI"/>
          </a:p>
        </p:txBody>
      </p:sp>
    </p:spTree>
    <p:extLst>
      <p:ext uri="{BB962C8B-B14F-4D97-AF65-F5344CB8AC3E}">
        <p14:creationId xmlns:p14="http://schemas.microsoft.com/office/powerpoint/2010/main" val="1971368500"/>
      </p:ext>
    </p:extLst>
  </p:cSld>
  <p:clrMapOvr>
    <a:masterClrMapping/>
  </p:clrMapOvr>
</p:sld>
</file>

<file path=ppt/theme/theme1.xml><?xml version="1.0" encoding="utf-8"?>
<a:theme xmlns:a="http://schemas.openxmlformats.org/drawingml/2006/main" name="ELISA21">
  <a:themeElements>
    <a:clrScheme name="Elisa">
      <a:dk1>
        <a:srgbClr val="161C42"/>
      </a:dk1>
      <a:lt1>
        <a:srgbClr val="FFFFFF"/>
      </a:lt1>
      <a:dk2>
        <a:srgbClr val="404049"/>
      </a:dk2>
      <a:lt2>
        <a:srgbClr val="E8E8EA"/>
      </a:lt2>
      <a:accent1>
        <a:srgbClr val="161C42"/>
      </a:accent1>
      <a:accent2>
        <a:srgbClr val="00239C"/>
      </a:accent2>
      <a:accent3>
        <a:srgbClr val="0069EC"/>
      </a:accent3>
      <a:accent4>
        <a:srgbClr val="95C4FF"/>
      </a:accent4>
      <a:accent5>
        <a:srgbClr val="DEECFF"/>
      </a:accent5>
      <a:accent6>
        <a:srgbClr val="32DBBC"/>
      </a:accent6>
      <a:hlink>
        <a:srgbClr val="00239D"/>
      </a:hlink>
      <a:folHlink>
        <a:srgbClr val="0069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13F5101-7703-4C47-B03E-85B1D7623F36}" vid="{63FC1C38-9B23-454C-B09E-C86820EEBAD9}"/>
    </a:ext>
  </a:extLst>
</a:theme>
</file>

<file path=ppt/theme/theme2.xml><?xml version="1.0" encoding="utf-8"?>
<a:theme xmlns:a="http://schemas.openxmlformats.org/drawingml/2006/main" name="1_ELISA21">
  <a:themeElements>
    <a:clrScheme name="Elisa">
      <a:dk1>
        <a:srgbClr val="161C42"/>
      </a:dk1>
      <a:lt1>
        <a:srgbClr val="FFFFFF"/>
      </a:lt1>
      <a:dk2>
        <a:srgbClr val="404049"/>
      </a:dk2>
      <a:lt2>
        <a:srgbClr val="E8E8EA"/>
      </a:lt2>
      <a:accent1>
        <a:srgbClr val="161C42"/>
      </a:accent1>
      <a:accent2>
        <a:srgbClr val="00239C"/>
      </a:accent2>
      <a:accent3>
        <a:srgbClr val="0069EC"/>
      </a:accent3>
      <a:accent4>
        <a:srgbClr val="95C4FF"/>
      </a:accent4>
      <a:accent5>
        <a:srgbClr val="DEECFF"/>
      </a:accent5>
      <a:accent6>
        <a:srgbClr val="32DBBC"/>
      </a:accent6>
      <a:hlink>
        <a:srgbClr val="00239D"/>
      </a:hlink>
      <a:folHlink>
        <a:srgbClr val="0069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38CAA7C0-32C9-6845-86CE-80C05C7AF9E9}" vid="{C57D4114-C011-2A47-9D20-E6107CD8DDE7}"/>
    </a:ext>
  </a:extLst>
</a:theme>
</file>

<file path=ppt/theme/theme3.xml><?xml version="1.0" encoding="utf-8"?>
<a:theme xmlns:a="http://schemas.openxmlformats.org/drawingml/2006/main" name="elisa">
  <a:themeElements>
    <a:clrScheme name="Elisa">
      <a:dk1>
        <a:srgbClr val="000000"/>
      </a:dk1>
      <a:lt1>
        <a:srgbClr val="FFFFFF"/>
      </a:lt1>
      <a:dk2>
        <a:srgbClr val="404041"/>
      </a:dk2>
      <a:lt2>
        <a:srgbClr val="F5F5F5"/>
      </a:lt2>
      <a:accent1>
        <a:srgbClr val="0019AF"/>
      </a:accent1>
      <a:accent2>
        <a:srgbClr val="FCAF17"/>
      </a:accent2>
      <a:accent3>
        <a:srgbClr val="FF6400"/>
      </a:accent3>
      <a:accent4>
        <a:srgbClr val="00A950"/>
      </a:accent4>
      <a:accent5>
        <a:srgbClr val="AAE0FA"/>
      </a:accent5>
      <a:accent6>
        <a:srgbClr val="00BAF2"/>
      </a:accent6>
      <a:hlink>
        <a:srgbClr val="0019AF"/>
      </a:hlink>
      <a:folHlink>
        <a:srgbClr val="FF6400"/>
      </a:folHlink>
    </a:clrScheme>
    <a:fontScheme name="Elisa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alkoinen_laaja_en.potx" id="{6B2F887C-070A-4E1B-BB3F-3152A91F9D25}" vid="{8F657045-E458-4938-A60F-CCAD3CE8F10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904747-868C-4638-8E5E-8F020D165DAE}">
  <we:reference id="wa104038830" version="1.0.0.3" store="en-US" storeType="OMEX"/>
  <we:alternateReferences>
    <we:reference id="wa104038830" version="1.0.0.3" store="wa10403883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4ff3b59b-a685-4327-b69d-c0e92bc73adc">
      <UserInfo>
        <DisplayName>Joona Heiskanen</DisplayName>
        <AccountId>485</AccountId>
        <AccountType/>
      </UserInfo>
      <UserInfo>
        <DisplayName>Isak Johnsen</DisplayName>
        <AccountId>484</AccountId>
        <AccountType/>
      </UserInfo>
    </SharedWithUsers>
    <TaxCatchAll xmlns="4ff3b59b-a685-4327-b69d-c0e92bc73adc" xsi:nil="true"/>
    <lcf76f155ced4ddcb4097134ff3c332f xmlns="44e0355c-0899-4ffc-b7f9-48db1f9d322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DF4030503241A42A09909C871CB6DC2" ma:contentTypeVersion="18" ma:contentTypeDescription="Create a new document." ma:contentTypeScope="" ma:versionID="3093ecf4a3372a8ec1d35ac893e80c4c">
  <xsd:schema xmlns:xsd="http://www.w3.org/2001/XMLSchema" xmlns:xs="http://www.w3.org/2001/XMLSchema" xmlns:p="http://schemas.microsoft.com/office/2006/metadata/properties" xmlns:ns2="44e0355c-0899-4ffc-b7f9-48db1f9d322d" xmlns:ns3="4ff3b59b-a685-4327-b69d-c0e92bc73adc" targetNamespace="http://schemas.microsoft.com/office/2006/metadata/properties" ma:root="true" ma:fieldsID="7800fcf3c18b4bb6e36d45c66e935af0" ns2:_="" ns3:_="">
    <xsd:import namespace="44e0355c-0899-4ffc-b7f9-48db1f9d322d"/>
    <xsd:import namespace="4ff3b59b-a685-4327-b69d-c0e92bc73a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0355c-0899-4ffc-b7f9-48db1f9d32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1ddbeee0-defa-466a-9138-710cd467dfb7"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f3b59b-a685-4327-b69d-c0e92bc73a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5d6ffe23-c425-4129-9343-42f4ab3578f4}" ma:internalName="TaxCatchAll" ma:showField="CatchAllData" ma:web="4ff3b59b-a685-4327-b69d-c0e92bc73a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1C909C-DF10-4F23-978C-00462D92B59B}">
  <ds:schemaRefs>
    <ds:schemaRef ds:uri="http://schemas.microsoft.com/sharepoint/v3/contenttype/forms"/>
  </ds:schemaRefs>
</ds:datastoreItem>
</file>

<file path=customXml/itemProps2.xml><?xml version="1.0" encoding="utf-8"?>
<ds:datastoreItem xmlns:ds="http://schemas.openxmlformats.org/officeDocument/2006/customXml" ds:itemID="{16F53030-3051-4734-9368-04FED70CE63D}">
  <ds:schemaRefs>
    <ds:schemaRef ds:uri="http://schemas.microsoft.com/office/2006/metadata/properties"/>
    <ds:schemaRef ds:uri="http://www.w3.org/2000/xmlns/"/>
    <ds:schemaRef ds:uri="4ff3b59b-a685-4327-b69d-c0e92bc73adc"/>
    <ds:schemaRef ds:uri="http://www.w3.org/2001/XMLSchema-instance"/>
    <ds:schemaRef ds:uri="44e0355c-0899-4ffc-b7f9-48db1f9d322d"/>
    <ds:schemaRef ds:uri="http://schemas.microsoft.com/office/infopath/2007/PartnerControls"/>
  </ds:schemaRefs>
</ds:datastoreItem>
</file>

<file path=customXml/itemProps3.xml><?xml version="1.0" encoding="utf-8"?>
<ds:datastoreItem xmlns:ds="http://schemas.openxmlformats.org/officeDocument/2006/customXml" ds:itemID="{C8F98D28-FB59-4BE9-B0D9-8E46865ED31F}">
  <ds:schemaRefs>
    <ds:schemaRef ds:uri="http://schemas.microsoft.com/office/2006/metadata/contentType"/>
    <ds:schemaRef ds:uri="http://schemas.microsoft.com/office/2006/metadata/properties/metaAttributes"/>
    <ds:schemaRef ds:uri="http://www.w3.org/2000/xmlns/"/>
    <ds:schemaRef ds:uri="http://www.w3.org/2001/XMLSchema"/>
    <ds:schemaRef ds:uri="44e0355c-0899-4ffc-b7f9-48db1f9d322d"/>
    <ds:schemaRef ds:uri="4ff3b59b-a685-4327-b69d-c0e92bc73adc"/>
  </ds:schemaRefs>
</ds:datastoreItem>
</file>

<file path=docProps/app.xml><?xml version="1.0" encoding="utf-8"?>
<Properties xmlns="http://schemas.openxmlformats.org/officeDocument/2006/extended-properties" xmlns:vt="http://schemas.openxmlformats.org/officeDocument/2006/docPropsVTypes">
  <Template>Elisa template 2023</Template>
  <TotalTime>20635</TotalTime>
  <Words>1079</Words>
  <Application>Microsoft Office PowerPoint</Application>
  <PresentationFormat>Näytössä katseltava esitys (16:9)</PresentationFormat>
  <Paragraphs>214</Paragraphs>
  <Slides>25</Slides>
  <Notes>1</Notes>
  <HiddenSlides>0</HiddenSlides>
  <MMClips>0</MMClips>
  <ScaleCrop>false</ScaleCrop>
  <HeadingPairs>
    <vt:vector size="4" baseType="variant">
      <vt:variant>
        <vt:lpstr>Teema</vt:lpstr>
      </vt:variant>
      <vt:variant>
        <vt:i4>3</vt:i4>
      </vt:variant>
      <vt:variant>
        <vt:lpstr>Dian otsikot</vt:lpstr>
      </vt:variant>
      <vt:variant>
        <vt:i4>25</vt:i4>
      </vt:variant>
    </vt:vector>
  </HeadingPairs>
  <TitlesOfParts>
    <vt:vector size="28" baseType="lpstr">
      <vt:lpstr>ELISA21</vt:lpstr>
      <vt:lpstr>1_ELISA21</vt:lpstr>
      <vt:lpstr>elisa</vt:lpstr>
      <vt:lpstr>PowerPoint-esitys</vt:lpstr>
      <vt:lpstr>Introduction and Agenda</vt:lpstr>
      <vt:lpstr>Reminder</vt:lpstr>
      <vt:lpstr>CAP Framework and Personas</vt:lpstr>
      <vt:lpstr>Goals</vt:lpstr>
      <vt:lpstr>Example target methods for personas</vt:lpstr>
      <vt:lpstr>Example policies for personas</vt:lpstr>
      <vt:lpstr>Aim for ”No Exclucions”</vt:lpstr>
      <vt:lpstr>Importance of Guest MFA</vt:lpstr>
      <vt:lpstr>Gotta catch em all</vt:lpstr>
      <vt:lpstr>Well planned is half done</vt:lpstr>
      <vt:lpstr>Non-interactive Sign-ins</vt:lpstr>
      <vt:lpstr>Demo time</vt:lpstr>
      <vt:lpstr>Deploying CA Policy framework</vt:lpstr>
      <vt:lpstr>PowerPoint-esitys</vt:lpstr>
      <vt:lpstr>Windows Activation</vt:lpstr>
      <vt:lpstr>Custom Application Exclude</vt:lpstr>
      <vt:lpstr>Windows Hello for Business</vt:lpstr>
      <vt:lpstr>Sign-in frequency</vt:lpstr>
      <vt:lpstr>IPv6</vt:lpstr>
      <vt:lpstr>Test Accounts</vt:lpstr>
      <vt:lpstr>Missing Device ID</vt:lpstr>
      <vt:lpstr>End Users with Admin roles</vt:lpstr>
      <vt:lpstr>PowerPoint-esitys</vt:lpstr>
      <vt:lpstr>PowerPoint-esitys</vt:lpstr>
    </vt:vector>
  </TitlesOfParts>
  <Company>Elisa Oyj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Elisa template</dc:title>
  <dc:creator>Matti Väliniemi</dc:creator>
  <cp:lastModifiedBy>Matti Väliniemi</cp:lastModifiedBy>
  <cp:revision>3</cp:revision>
  <dcterms:created xsi:type="dcterms:W3CDTF">2024-04-10T18:43:08Z</dcterms:created>
  <dcterms:modified xsi:type="dcterms:W3CDTF">2026-02-28T13:06:01Z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For Internal Use Only</vt:lpwstr>
  </property>
  <property fmtid="{D5CDD505-2E9C-101B-9397-08002B2CF9AE}" pid="4" name="MSIP_Label_86f2337d-3b8f-4f73-80eb-e1c6c49c36db_Enabled">
    <vt:lpwstr>true</vt:lpwstr>
  </property>
  <property fmtid="{D5CDD505-2E9C-101B-9397-08002B2CF9AE}" pid="5" name="MSIP_Label_86f2337d-3b8f-4f73-80eb-e1c6c49c36db_SetDate">
    <vt:lpwstr>2021-07-12T12:29:10Z</vt:lpwstr>
  </property>
  <property fmtid="{D5CDD505-2E9C-101B-9397-08002B2CF9AE}" pid="6" name="MSIP_Label_86f2337d-3b8f-4f73-80eb-e1c6c49c36db_Method">
    <vt:lpwstr>Standard</vt:lpwstr>
  </property>
  <property fmtid="{D5CDD505-2E9C-101B-9397-08002B2CF9AE}" pid="7" name="MSIP_Label_86f2337d-3b8f-4f73-80eb-e1c6c49c36db_Name">
    <vt:lpwstr>86f2337d-3b8f-4f73-80eb-e1c6c49c36db</vt:lpwstr>
  </property>
  <property fmtid="{D5CDD505-2E9C-101B-9397-08002B2CF9AE}" pid="8" name="MSIP_Label_86f2337d-3b8f-4f73-80eb-e1c6c49c36db_SiteId">
    <vt:lpwstr>bc70102e-bcef-408c-8acb-2ab01f1517ab</vt:lpwstr>
  </property>
  <property fmtid="{D5CDD505-2E9C-101B-9397-08002B2CF9AE}" pid="9" name="MSIP_Label_86f2337d-3b8f-4f73-80eb-e1c6c49c36db_ActionId">
    <vt:lpwstr>0d1a40ce-12d6-4336-9dc4-933c6c6e3f97</vt:lpwstr>
  </property>
  <property fmtid="{D5CDD505-2E9C-101B-9397-08002B2CF9AE}" pid="10" name="MSIP_Label_86f2337d-3b8f-4f73-80eb-e1c6c49c36db_ContentBits">
    <vt:lpwstr>2</vt:lpwstr>
  </property>
  <property fmtid="{D5CDD505-2E9C-101B-9397-08002B2CF9AE}" pid="11" name="ContentTypeId">
    <vt:lpwstr>0x0101006DF4030503241A42A09909C871CB6DC2</vt:lpwstr>
  </property>
  <property fmtid="{D5CDD505-2E9C-101B-9397-08002B2CF9AE}" pid="12" name="MediaServiceImageTags">
    <vt:lpwstr/>
  </property>
</Properties>
</file>